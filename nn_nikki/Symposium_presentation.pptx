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75" r:id="rId2"/>
    <p:sldId id="276" r:id="rId3"/>
    <p:sldId id="277" r:id="rId4"/>
    <p:sldId id="278" r:id="rId5"/>
    <p:sldId id="279" r:id="rId6"/>
    <p:sldId id="280" r:id="rId7"/>
    <p:sldId id="281" r:id="rId8"/>
    <p:sldId id="282" r:id="rId9"/>
    <p:sldId id="283" r:id="rId10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A0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3" d="100"/>
          <a:sy n="63" d="100"/>
        </p:scale>
        <p:origin x="8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FE0BFC-AFDE-4478-AB75-A6FFCA78F41A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C14196-6059-458E-AC98-7408518E3E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7444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9E9C03-FC6D-1748-803A-262B411A6AC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08967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yellow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datum 3">
            <a:extLst>
              <a:ext uri="{FF2B5EF4-FFF2-40B4-BE49-F238E27FC236}">
                <a16:creationId xmlns:a16="http://schemas.microsoft.com/office/drawing/2014/main" id="{9F183073-10E5-1148-8165-AEA6349E14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82776" y="512911"/>
            <a:ext cx="1852952" cy="216025"/>
          </a:xfrm>
          <a:prstGeom prst="rect">
            <a:avLst/>
          </a:prstGeom>
        </p:spPr>
        <p:txBody>
          <a:bodyPr/>
          <a:lstStyle>
            <a:lvl1pPr algn="r">
              <a:defRPr sz="12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/>
              <a:t>07-01-2026</a:t>
            </a:r>
            <a:endParaRPr lang="en-GB" dirty="0"/>
          </a:p>
        </p:txBody>
      </p:sp>
      <p:sp>
        <p:nvSpPr>
          <p:cNvPr id="31" name="Tijdelijke aanduiding voor tekst 30">
            <a:extLst>
              <a:ext uri="{FF2B5EF4-FFF2-40B4-BE49-F238E27FC236}">
                <a16:creationId xmlns:a16="http://schemas.microsoft.com/office/drawing/2014/main" id="{E6D5F428-993B-6A4C-A7CE-238F44C7C54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75189" y="501835"/>
            <a:ext cx="7006707" cy="227101"/>
          </a:xfrm>
          <a:prstGeom prst="rect">
            <a:avLst/>
          </a:prstGeom>
        </p:spPr>
        <p:txBody>
          <a:bodyPr/>
          <a:lstStyle>
            <a:lvl1pPr algn="ctr">
              <a:defRPr sz="1200" b="0" i="0" u="none" cap="all" spc="50" baseline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 dirty="0"/>
              <a:t>Name sub-</a:t>
            </a:r>
            <a:r>
              <a:rPr lang="nl-NL" dirty="0" err="1"/>
              <a:t>sender</a:t>
            </a:r>
            <a:endParaRPr lang="nl-NL" dirty="0"/>
          </a:p>
        </p:txBody>
      </p:sp>
      <p:sp>
        <p:nvSpPr>
          <p:cNvPr id="33" name="Tijdelijke aanduiding voor tekst 32">
            <a:extLst>
              <a:ext uri="{FF2B5EF4-FFF2-40B4-BE49-F238E27FC236}">
                <a16:creationId xmlns:a16="http://schemas.microsoft.com/office/drawing/2014/main" id="{509A3404-C322-574D-996D-93CFC22960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74246" y="5800329"/>
            <a:ext cx="5043508" cy="217169"/>
          </a:xfrm>
          <a:prstGeom prst="rect">
            <a:avLst/>
          </a:prstGeom>
        </p:spPr>
        <p:txBody>
          <a:bodyPr/>
          <a:lstStyle>
            <a:lvl1pPr algn="ctr">
              <a:defRPr sz="1200" b="1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nl-NL" dirty="0"/>
              <a:t>Name </a:t>
            </a:r>
            <a:r>
              <a:rPr lang="nl-NL" dirty="0" err="1"/>
              <a:t>Lastname</a:t>
            </a:r>
            <a:endParaRPr lang="nl-NL" dirty="0"/>
          </a:p>
        </p:txBody>
      </p:sp>
      <p:sp>
        <p:nvSpPr>
          <p:cNvPr id="35" name="Tijdelijke aanduiding voor tekst 34">
            <a:extLst>
              <a:ext uri="{FF2B5EF4-FFF2-40B4-BE49-F238E27FC236}">
                <a16:creationId xmlns:a16="http://schemas.microsoft.com/office/drawing/2014/main" id="{D6F025CA-08AA-BB4D-A7AA-3CD26CC85FA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74246" y="6017497"/>
            <a:ext cx="5043508" cy="270592"/>
          </a:xfrm>
          <a:prstGeom prst="rect">
            <a:avLst/>
          </a:prstGeom>
        </p:spPr>
        <p:txBody>
          <a:bodyPr/>
          <a:lstStyle>
            <a:lvl1pPr algn="ctr">
              <a:defRPr sz="12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 dirty="0"/>
              <a:t>Job </a:t>
            </a:r>
            <a:r>
              <a:rPr lang="nl-NL" dirty="0" err="1"/>
              <a:t>title</a:t>
            </a:r>
            <a:endParaRPr lang="nl-NL" dirty="0"/>
          </a:p>
        </p:txBody>
      </p:sp>
      <p:sp>
        <p:nvSpPr>
          <p:cNvPr id="41" name="Titel 1">
            <a:extLst>
              <a:ext uri="{FF2B5EF4-FFF2-40B4-BE49-F238E27FC236}">
                <a16:creationId xmlns:a16="http://schemas.microsoft.com/office/drawing/2014/main" id="{75804E32-4442-4548-B1CA-E4A4F92AB28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3189" y="1196750"/>
            <a:ext cx="11371678" cy="4603578"/>
          </a:xfrm>
          <a:prstGeom prst="rect">
            <a:avLst/>
          </a:prstGeom>
        </p:spPr>
        <p:txBody>
          <a:bodyPr anchor="ctr" anchorCtr="0"/>
          <a:lstStyle>
            <a:lvl1pPr algn="ctr">
              <a:defRPr sz="4099" b="0" i="1">
                <a:latin typeface="Merriweather Light" pitchFamily="2" charset="77"/>
              </a:defRPr>
            </a:lvl1pPr>
          </a:lstStyle>
          <a:p>
            <a:r>
              <a:rPr lang="en-GB" dirty="0"/>
              <a:t>Place your attention-grabbing</a:t>
            </a:r>
            <a:br>
              <a:rPr lang="en-GB" dirty="0"/>
            </a:br>
            <a:r>
              <a:rPr lang="en-GB" dirty="0"/>
              <a:t>headline here</a:t>
            </a:r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1B124921-6D99-1843-8DC4-1353F1BF18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3226005" cy="1268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926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>
          <p15:clr>
            <a:srgbClr val="FBAE40"/>
          </p15:clr>
        </p15:guide>
        <p15:guide id="2" pos="212">
          <p15:clr>
            <a:srgbClr val="FBAE40"/>
          </p15:clr>
        </p15:guide>
        <p15:guide id="3" pos="7470">
          <p15:clr>
            <a:srgbClr val="FBAE40"/>
          </p15:clr>
        </p15:guide>
        <p15:guide id="4" orient="horz" pos="436">
          <p15:clr>
            <a:srgbClr val="FBAE40"/>
          </p15:clr>
        </p15:guide>
        <p15:guide id="5" orient="horz" pos="4088">
          <p15:clr>
            <a:srgbClr val="FBAE40"/>
          </p15:clr>
        </p15:guide>
        <p15:guide id="6" pos="5111">
          <p15:clr>
            <a:srgbClr val="FBAE40"/>
          </p15:clr>
        </p15:guide>
        <p15:guide id="7" pos="6200">
          <p15:clr>
            <a:srgbClr val="FBAE40"/>
          </p15:clr>
        </p15:guide>
        <p15:guide id="8" pos="6290">
          <p15:clr>
            <a:srgbClr val="FBAE40"/>
          </p15:clr>
        </p15:guide>
        <p15:guide id="9" pos="4998">
          <p15:clr>
            <a:srgbClr val="FBAE40"/>
          </p15:clr>
        </p15:guide>
        <p15:guide id="10" pos="3864">
          <p15:clr>
            <a:srgbClr val="FBAE40"/>
          </p15:clr>
        </p15:guide>
        <p15:guide id="11" pos="3773">
          <p15:clr>
            <a:srgbClr val="FBAE40"/>
          </p15:clr>
        </p15:guide>
        <p15:guide id="12" pos="2662">
          <p15:clr>
            <a:srgbClr val="FBAE40"/>
          </p15:clr>
        </p15:guide>
        <p15:guide id="13" pos="2571">
          <p15:clr>
            <a:srgbClr val="FBAE40"/>
          </p15:clr>
        </p15:guide>
        <p15:guide id="14" pos="1460">
          <p15:clr>
            <a:srgbClr val="FBAE40"/>
          </p15:clr>
        </p15:guide>
        <p15:guide id="15" pos="1346">
          <p15:clr>
            <a:srgbClr val="FBAE40"/>
          </p15:clr>
        </p15:guide>
        <p15:guide id="18" orient="horz" pos="754">
          <p15:clr>
            <a:srgbClr val="FBAE40"/>
          </p15:clr>
        </p15:guide>
        <p15:guide id="19" orient="horz" pos="2115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datum 3">
            <a:extLst>
              <a:ext uri="{FF2B5EF4-FFF2-40B4-BE49-F238E27FC236}">
                <a16:creationId xmlns:a16="http://schemas.microsoft.com/office/drawing/2014/main" id="{9F183073-10E5-1148-8165-AEA6349E14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82776" y="512911"/>
            <a:ext cx="1852952" cy="216025"/>
          </a:xfrm>
          <a:prstGeom prst="rect">
            <a:avLst/>
          </a:prstGeom>
        </p:spPr>
        <p:txBody>
          <a:bodyPr/>
          <a:lstStyle>
            <a:lvl1pPr algn="r">
              <a:defRPr sz="12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/>
              <a:t>07-01-2026</a:t>
            </a:r>
            <a:endParaRPr lang="en-GB" dirty="0"/>
          </a:p>
        </p:txBody>
      </p:sp>
      <p:sp>
        <p:nvSpPr>
          <p:cNvPr id="33" name="Tijdelijke aanduiding voor tekst 32">
            <a:extLst>
              <a:ext uri="{FF2B5EF4-FFF2-40B4-BE49-F238E27FC236}">
                <a16:creationId xmlns:a16="http://schemas.microsoft.com/office/drawing/2014/main" id="{509A3404-C322-574D-996D-93CFC22960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77283" y="5800329"/>
            <a:ext cx="5037435" cy="199729"/>
          </a:xfrm>
          <a:prstGeom prst="rect">
            <a:avLst/>
          </a:prstGeom>
        </p:spPr>
        <p:txBody>
          <a:bodyPr/>
          <a:lstStyle>
            <a:lvl1pPr algn="ctr">
              <a:defRPr sz="1200" b="1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nl-NL" dirty="0"/>
              <a:t>Name </a:t>
            </a:r>
            <a:r>
              <a:rPr lang="nl-NL" dirty="0" err="1"/>
              <a:t>Lastname</a:t>
            </a:r>
            <a:endParaRPr lang="nl-NL" dirty="0"/>
          </a:p>
        </p:txBody>
      </p:sp>
      <p:sp>
        <p:nvSpPr>
          <p:cNvPr id="35" name="Tijdelijke aanduiding voor tekst 34">
            <a:extLst>
              <a:ext uri="{FF2B5EF4-FFF2-40B4-BE49-F238E27FC236}">
                <a16:creationId xmlns:a16="http://schemas.microsoft.com/office/drawing/2014/main" id="{D6F025CA-08AA-BB4D-A7AA-3CD26CC85FA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77294" y="6017497"/>
            <a:ext cx="5037413" cy="270592"/>
          </a:xfrm>
          <a:prstGeom prst="rect">
            <a:avLst/>
          </a:prstGeom>
        </p:spPr>
        <p:txBody>
          <a:bodyPr/>
          <a:lstStyle>
            <a:lvl1pPr algn="ctr">
              <a:defRPr sz="12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 dirty="0"/>
              <a:t>Job </a:t>
            </a:r>
            <a:r>
              <a:rPr lang="nl-NL" dirty="0" err="1"/>
              <a:t>title</a:t>
            </a:r>
            <a:endParaRPr lang="nl-NL" dirty="0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8D0FC209-A5EA-0147-8CC1-DEEC093C724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3189" y="1196750"/>
            <a:ext cx="11371678" cy="4603578"/>
          </a:xfrm>
          <a:prstGeom prst="rect">
            <a:avLst/>
          </a:prstGeom>
        </p:spPr>
        <p:txBody>
          <a:bodyPr anchor="ctr" anchorCtr="0"/>
          <a:lstStyle>
            <a:lvl1pPr algn="ctr">
              <a:defRPr sz="4099" b="0" i="1">
                <a:latin typeface="Merriweather Light" pitchFamily="2" charset="77"/>
              </a:defRPr>
            </a:lvl1pPr>
          </a:lstStyle>
          <a:p>
            <a:r>
              <a:rPr lang="en-GB" dirty="0"/>
              <a:t>Place your attention-grabbing</a:t>
            </a:r>
            <a:br>
              <a:rPr lang="en-GB" dirty="0"/>
            </a:br>
            <a:r>
              <a:rPr lang="en-GB" dirty="0"/>
              <a:t>headline here</a:t>
            </a:r>
          </a:p>
        </p:txBody>
      </p:sp>
      <p:sp>
        <p:nvSpPr>
          <p:cNvPr id="16" name="Tijdelijke aanduiding voor tekst 30">
            <a:extLst>
              <a:ext uri="{FF2B5EF4-FFF2-40B4-BE49-F238E27FC236}">
                <a16:creationId xmlns:a16="http://schemas.microsoft.com/office/drawing/2014/main" id="{18DC5878-969C-0849-B41E-F7CAD75B0E1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75189" y="501835"/>
            <a:ext cx="7006707" cy="227101"/>
          </a:xfrm>
          <a:prstGeom prst="rect">
            <a:avLst/>
          </a:prstGeom>
        </p:spPr>
        <p:txBody>
          <a:bodyPr/>
          <a:lstStyle>
            <a:lvl1pPr algn="ctr">
              <a:defRPr sz="1200" b="0" i="0" u="none" cap="all" spc="50" baseline="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 dirty="0"/>
              <a:t>Name sub-</a:t>
            </a:r>
            <a:r>
              <a:rPr lang="nl-NL" dirty="0" err="1"/>
              <a:t>sender</a:t>
            </a:r>
            <a:endParaRPr lang="nl-NL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31016572-ECB2-D746-B7D8-25FB817BF1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1"/>
            <a:ext cx="3239815" cy="1274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6677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>
          <p15:clr>
            <a:srgbClr val="FBAE40"/>
          </p15:clr>
        </p15:guide>
        <p15:guide id="2" pos="212">
          <p15:clr>
            <a:srgbClr val="FBAE40"/>
          </p15:clr>
        </p15:guide>
        <p15:guide id="3" pos="7470">
          <p15:clr>
            <a:srgbClr val="FBAE40"/>
          </p15:clr>
        </p15:guide>
        <p15:guide id="4" orient="horz" pos="436">
          <p15:clr>
            <a:srgbClr val="FBAE40"/>
          </p15:clr>
        </p15:guide>
        <p15:guide id="5" orient="horz" pos="4088">
          <p15:clr>
            <a:srgbClr val="FBAE40"/>
          </p15:clr>
        </p15:guide>
        <p15:guide id="6" pos="5111">
          <p15:clr>
            <a:srgbClr val="FBAE40"/>
          </p15:clr>
        </p15:guide>
        <p15:guide id="7" pos="6200">
          <p15:clr>
            <a:srgbClr val="FBAE40"/>
          </p15:clr>
        </p15:guide>
        <p15:guide id="8" pos="6290">
          <p15:clr>
            <a:srgbClr val="FBAE40"/>
          </p15:clr>
        </p15:guide>
        <p15:guide id="9" pos="4998">
          <p15:clr>
            <a:srgbClr val="FBAE40"/>
          </p15:clr>
        </p15:guide>
        <p15:guide id="10" pos="3864">
          <p15:clr>
            <a:srgbClr val="FBAE40"/>
          </p15:clr>
        </p15:guide>
        <p15:guide id="11" pos="3773">
          <p15:clr>
            <a:srgbClr val="FBAE40"/>
          </p15:clr>
        </p15:guide>
        <p15:guide id="12" pos="2662">
          <p15:clr>
            <a:srgbClr val="FBAE40"/>
          </p15:clr>
        </p15:guide>
        <p15:guide id="13" pos="2571">
          <p15:clr>
            <a:srgbClr val="FBAE40"/>
          </p15:clr>
        </p15:guide>
        <p15:guide id="14" pos="1460">
          <p15:clr>
            <a:srgbClr val="FBAE40"/>
          </p15:clr>
        </p15:guide>
        <p15:guide id="15" pos="1346">
          <p15:clr>
            <a:srgbClr val="FBAE40"/>
          </p15:clr>
        </p15:guide>
        <p15:guide id="16" orient="horz" pos="754">
          <p15:clr>
            <a:srgbClr val="FBAE40"/>
          </p15:clr>
        </p15:guide>
        <p15:guide id="17" orient="horz" pos="2115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white + imag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datum 3">
            <a:extLst>
              <a:ext uri="{FF2B5EF4-FFF2-40B4-BE49-F238E27FC236}">
                <a16:creationId xmlns:a16="http://schemas.microsoft.com/office/drawing/2014/main" id="{9F183073-10E5-1148-8165-AEA6349E14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69307" y="512911"/>
            <a:ext cx="1866421" cy="216025"/>
          </a:xfrm>
          <a:prstGeom prst="rect">
            <a:avLst/>
          </a:prstGeom>
        </p:spPr>
        <p:txBody>
          <a:bodyPr/>
          <a:lstStyle>
            <a:lvl1pPr algn="r">
              <a:defRPr sz="12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/>
              <a:t>07-01-2026</a:t>
            </a:r>
            <a:endParaRPr lang="en-GB" dirty="0"/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2133EB5A-69B9-1740-8101-0C004BB7DA6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3646" y="1196750"/>
            <a:ext cx="5583014" cy="4603578"/>
          </a:xfrm>
          <a:prstGeom prst="rect">
            <a:avLst/>
          </a:prstGeom>
        </p:spPr>
        <p:txBody>
          <a:bodyPr anchor="ctr" anchorCtr="0"/>
          <a:lstStyle>
            <a:lvl1pPr algn="ctr">
              <a:defRPr sz="4099" b="0" i="1">
                <a:latin typeface="Merriweather Light" pitchFamily="2" charset="77"/>
              </a:defRPr>
            </a:lvl1pPr>
          </a:lstStyle>
          <a:p>
            <a:r>
              <a:rPr lang="en-GB" dirty="0"/>
              <a:t>Place your attention-grabbing headline here</a:t>
            </a:r>
          </a:p>
        </p:txBody>
      </p:sp>
      <p:sp>
        <p:nvSpPr>
          <p:cNvPr id="33" name="Tijdelijke aanduiding voor tekst 32">
            <a:extLst>
              <a:ext uri="{FF2B5EF4-FFF2-40B4-BE49-F238E27FC236}">
                <a16:creationId xmlns:a16="http://schemas.microsoft.com/office/drawing/2014/main" id="{509A3404-C322-574D-996D-93CFC22960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3645" y="6084056"/>
            <a:ext cx="5583014" cy="217169"/>
          </a:xfrm>
          <a:prstGeom prst="rect">
            <a:avLst/>
          </a:prstGeom>
        </p:spPr>
        <p:txBody>
          <a:bodyPr/>
          <a:lstStyle>
            <a:lvl1pPr algn="ctr">
              <a:defRPr sz="1200" b="1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nl-NL" dirty="0"/>
              <a:t>Name </a:t>
            </a:r>
            <a:r>
              <a:rPr lang="nl-NL" dirty="0" err="1"/>
              <a:t>Lastname</a:t>
            </a:r>
            <a:endParaRPr lang="nl-NL" dirty="0"/>
          </a:p>
        </p:txBody>
      </p:sp>
      <p:sp>
        <p:nvSpPr>
          <p:cNvPr id="35" name="Tijdelijke aanduiding voor tekst 34">
            <a:extLst>
              <a:ext uri="{FF2B5EF4-FFF2-40B4-BE49-F238E27FC236}">
                <a16:creationId xmlns:a16="http://schemas.microsoft.com/office/drawing/2014/main" id="{D6F025CA-08AA-BB4D-A7AA-3CD26CC85FA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6462" y="6309175"/>
            <a:ext cx="5580197" cy="270592"/>
          </a:xfrm>
          <a:prstGeom prst="rect">
            <a:avLst/>
          </a:prstGeom>
        </p:spPr>
        <p:txBody>
          <a:bodyPr/>
          <a:lstStyle>
            <a:lvl1pPr algn="ctr">
              <a:defRPr sz="12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 dirty="0"/>
              <a:t>Job </a:t>
            </a:r>
            <a:r>
              <a:rPr lang="nl-NL" dirty="0" err="1"/>
              <a:t>title</a:t>
            </a:r>
            <a:endParaRPr lang="nl-NL" dirty="0"/>
          </a:p>
        </p:txBody>
      </p:sp>
      <p:sp>
        <p:nvSpPr>
          <p:cNvPr id="4" name="Tijdelijke aanduiding voor afbeelding 3">
            <a:extLst>
              <a:ext uri="{FF2B5EF4-FFF2-40B4-BE49-F238E27FC236}">
                <a16:creationId xmlns:a16="http://schemas.microsoft.com/office/drawing/2014/main" id="{0899AEA0-D03E-3444-8E81-C754D975C6B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75341" y="1196751"/>
            <a:ext cx="5561152" cy="5292950"/>
          </a:xfrm>
          <a:prstGeom prst="rect">
            <a:avLst/>
          </a:prstGeom>
          <a:solidFill>
            <a:schemeClr val="bg1"/>
          </a:solidFill>
        </p:spPr>
        <p:txBody>
          <a:bodyPr anchor="ctr" anchorCtr="0"/>
          <a:lstStyle>
            <a:lvl1pPr algn="ctr">
              <a:defRPr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 dirty="0"/>
              <a:t>Click icon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an</a:t>
            </a:r>
            <a:r>
              <a:rPr lang="nl-NL" dirty="0"/>
              <a:t> image</a:t>
            </a:r>
          </a:p>
        </p:txBody>
      </p:sp>
      <p:sp>
        <p:nvSpPr>
          <p:cNvPr id="13" name="Tijdelijke aanduiding voor tekst 30">
            <a:extLst>
              <a:ext uri="{FF2B5EF4-FFF2-40B4-BE49-F238E27FC236}">
                <a16:creationId xmlns:a16="http://schemas.microsoft.com/office/drawing/2014/main" id="{7D271618-79F1-014C-8317-A706919B0E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81163" y="501835"/>
            <a:ext cx="6994758" cy="227101"/>
          </a:xfrm>
          <a:prstGeom prst="rect">
            <a:avLst/>
          </a:prstGeom>
        </p:spPr>
        <p:txBody>
          <a:bodyPr/>
          <a:lstStyle>
            <a:lvl1pPr marL="0" marR="0" indent="0" algn="ctr" defTabSz="91412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0" i="0" u="none" cap="all" spc="50" baseline="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 dirty="0"/>
              <a:t>Name sub-</a:t>
            </a:r>
            <a:r>
              <a:rPr lang="nl-NL" dirty="0" err="1"/>
              <a:t>sender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0807386A-1621-4C40-8137-551D17BC97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1"/>
            <a:ext cx="3239815" cy="1274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5866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>
          <p15:clr>
            <a:srgbClr val="FBAE40"/>
          </p15:clr>
        </p15:guide>
        <p15:guide id="2" pos="212">
          <p15:clr>
            <a:srgbClr val="FBAE40"/>
          </p15:clr>
        </p15:guide>
        <p15:guide id="3" pos="7470">
          <p15:clr>
            <a:srgbClr val="FBAE40"/>
          </p15:clr>
        </p15:guide>
        <p15:guide id="4" orient="horz" pos="436">
          <p15:clr>
            <a:srgbClr val="FBAE40"/>
          </p15:clr>
        </p15:guide>
        <p15:guide id="5" orient="horz" pos="4088">
          <p15:clr>
            <a:srgbClr val="FBAE40"/>
          </p15:clr>
        </p15:guide>
        <p15:guide id="6" pos="5179">
          <p15:clr>
            <a:srgbClr val="FBAE40"/>
          </p15:clr>
        </p15:guide>
        <p15:guide id="7" pos="6222">
          <p15:clr>
            <a:srgbClr val="FBAE40"/>
          </p15:clr>
        </p15:guide>
        <p15:guide id="8" pos="6426">
          <p15:clr>
            <a:srgbClr val="FBAE40"/>
          </p15:clr>
        </p15:guide>
        <p15:guide id="9" pos="4975">
          <p15:clr>
            <a:srgbClr val="FBAE40"/>
          </p15:clr>
        </p15:guide>
        <p15:guide id="10" pos="3954">
          <p15:clr>
            <a:srgbClr val="FBAE40"/>
          </p15:clr>
        </p15:guide>
        <p15:guide id="11" pos="3728">
          <p15:clr>
            <a:srgbClr val="FBAE40"/>
          </p15:clr>
        </p15:guide>
        <p15:guide id="12" pos="2707">
          <p15:clr>
            <a:srgbClr val="FBAE40"/>
          </p15:clr>
        </p15:guide>
        <p15:guide id="13" pos="2503">
          <p15:clr>
            <a:srgbClr val="FBAE40"/>
          </p15:clr>
        </p15:guide>
        <p15:guide id="14" pos="1460">
          <p15:clr>
            <a:srgbClr val="FBAE40"/>
          </p15:clr>
        </p15:guide>
        <p15:guide id="15" pos="1256">
          <p15:clr>
            <a:srgbClr val="FBAE40"/>
          </p15:clr>
        </p15:guide>
        <p15:guide id="18" orient="horz" pos="754">
          <p15:clr>
            <a:srgbClr val="FBAE40"/>
          </p15:clr>
        </p15:guide>
        <p15:guide id="19" orient="horz" pos="2115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white + image + partner logos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datum 3">
            <a:extLst>
              <a:ext uri="{FF2B5EF4-FFF2-40B4-BE49-F238E27FC236}">
                <a16:creationId xmlns:a16="http://schemas.microsoft.com/office/drawing/2014/main" id="{9F183073-10E5-1148-8165-AEA6349E14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69307" y="512911"/>
            <a:ext cx="1866421" cy="216025"/>
          </a:xfrm>
          <a:prstGeom prst="rect">
            <a:avLst/>
          </a:prstGeom>
        </p:spPr>
        <p:txBody>
          <a:bodyPr/>
          <a:lstStyle>
            <a:lvl1pPr algn="r">
              <a:defRPr sz="12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/>
              <a:t>07-01-2026</a:t>
            </a:r>
            <a:endParaRPr lang="en-GB" dirty="0"/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2133EB5A-69B9-1740-8101-0C004BB7DA6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3646" y="1196750"/>
            <a:ext cx="6984795" cy="2232237"/>
          </a:xfrm>
          <a:prstGeom prst="rect">
            <a:avLst/>
          </a:prstGeom>
        </p:spPr>
        <p:txBody>
          <a:bodyPr anchor="ctr" anchorCtr="0"/>
          <a:lstStyle>
            <a:lvl1pPr algn="ctr">
              <a:defRPr sz="4099" b="0" i="1">
                <a:latin typeface="Merriweather Light" pitchFamily="2" charset="77"/>
              </a:defRPr>
            </a:lvl1pPr>
          </a:lstStyle>
          <a:p>
            <a:r>
              <a:rPr lang="en-GB" dirty="0"/>
              <a:t>Place your attention-grabbing headline here</a:t>
            </a:r>
          </a:p>
        </p:txBody>
      </p:sp>
      <p:sp>
        <p:nvSpPr>
          <p:cNvPr id="33" name="Tijdelijke aanduiding voor tekst 32">
            <a:extLst>
              <a:ext uri="{FF2B5EF4-FFF2-40B4-BE49-F238E27FC236}">
                <a16:creationId xmlns:a16="http://schemas.microsoft.com/office/drawing/2014/main" id="{509A3404-C322-574D-996D-93CFC22960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3645" y="6084056"/>
            <a:ext cx="7011057" cy="217169"/>
          </a:xfrm>
          <a:prstGeom prst="rect">
            <a:avLst/>
          </a:prstGeom>
        </p:spPr>
        <p:txBody>
          <a:bodyPr/>
          <a:lstStyle>
            <a:lvl1pPr algn="ctr">
              <a:defRPr sz="1200" b="1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nl-NL" dirty="0"/>
              <a:t>Name </a:t>
            </a:r>
            <a:r>
              <a:rPr lang="nl-NL" dirty="0" err="1"/>
              <a:t>Lastname</a:t>
            </a:r>
            <a:endParaRPr lang="nl-NL" dirty="0"/>
          </a:p>
        </p:txBody>
      </p:sp>
      <p:sp>
        <p:nvSpPr>
          <p:cNvPr id="35" name="Tijdelijke aanduiding voor tekst 34">
            <a:extLst>
              <a:ext uri="{FF2B5EF4-FFF2-40B4-BE49-F238E27FC236}">
                <a16:creationId xmlns:a16="http://schemas.microsoft.com/office/drawing/2014/main" id="{D6F025CA-08AA-BB4D-A7AA-3CD26CC85FA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6462" y="6309175"/>
            <a:ext cx="7008239" cy="270592"/>
          </a:xfrm>
          <a:prstGeom prst="rect">
            <a:avLst/>
          </a:prstGeom>
        </p:spPr>
        <p:txBody>
          <a:bodyPr/>
          <a:lstStyle>
            <a:lvl1pPr algn="ctr">
              <a:defRPr sz="12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 dirty="0"/>
              <a:t>Job </a:t>
            </a:r>
            <a:r>
              <a:rPr lang="nl-NL" dirty="0" err="1"/>
              <a:t>title</a:t>
            </a:r>
            <a:endParaRPr lang="nl-NL" dirty="0"/>
          </a:p>
        </p:txBody>
      </p:sp>
      <p:sp>
        <p:nvSpPr>
          <p:cNvPr id="4" name="Tijdelijke aanduiding voor afbeelding 3">
            <a:extLst>
              <a:ext uri="{FF2B5EF4-FFF2-40B4-BE49-F238E27FC236}">
                <a16:creationId xmlns:a16="http://schemas.microsoft.com/office/drawing/2014/main" id="{0899AEA0-D03E-3444-8E81-C754D975C6B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643623" y="1196751"/>
            <a:ext cx="4192870" cy="5292950"/>
          </a:xfrm>
          <a:prstGeom prst="rect">
            <a:avLst/>
          </a:prstGeom>
          <a:solidFill>
            <a:schemeClr val="bg1"/>
          </a:solidFill>
        </p:spPr>
        <p:txBody>
          <a:bodyPr anchor="ctr" anchorCtr="0"/>
          <a:lstStyle>
            <a:lvl1pPr algn="ctr">
              <a:defRPr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 dirty="0"/>
              <a:t>Click icon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an</a:t>
            </a:r>
            <a:r>
              <a:rPr lang="nl-NL" dirty="0"/>
              <a:t> image</a:t>
            </a:r>
          </a:p>
        </p:txBody>
      </p:sp>
      <p:sp>
        <p:nvSpPr>
          <p:cNvPr id="13" name="Tijdelijke aanduiding voor tekst 30">
            <a:extLst>
              <a:ext uri="{FF2B5EF4-FFF2-40B4-BE49-F238E27FC236}">
                <a16:creationId xmlns:a16="http://schemas.microsoft.com/office/drawing/2014/main" id="{7D271618-79F1-014C-8317-A706919B0E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81163" y="501835"/>
            <a:ext cx="6994758" cy="227101"/>
          </a:xfrm>
          <a:prstGeom prst="rect">
            <a:avLst/>
          </a:prstGeom>
        </p:spPr>
        <p:txBody>
          <a:bodyPr/>
          <a:lstStyle>
            <a:lvl1pPr marL="0" marR="0" indent="0" algn="ctr" defTabSz="91412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0" i="0" u="none" cap="all" spc="50" baseline="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 dirty="0"/>
              <a:t>Name sub-</a:t>
            </a:r>
            <a:r>
              <a:rPr lang="nl-NL" dirty="0" err="1"/>
              <a:t>sender</a:t>
            </a:r>
            <a:endParaRPr lang="nl-NL" dirty="0"/>
          </a:p>
        </p:txBody>
      </p:sp>
      <p:sp>
        <p:nvSpPr>
          <p:cNvPr id="24" name="Tijdelijke aanduiding voor afbeelding 2">
            <a:extLst>
              <a:ext uri="{FF2B5EF4-FFF2-40B4-BE49-F238E27FC236}">
                <a16:creationId xmlns:a16="http://schemas.microsoft.com/office/drawing/2014/main" id="{96590D88-6BBF-A34E-AAB8-6A3B3F4F8EB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59907" y="3979535"/>
            <a:ext cx="1886743" cy="783612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 dirty="0" err="1"/>
              <a:t>Place</a:t>
            </a:r>
            <a:r>
              <a:rPr lang="nl-NL" dirty="0"/>
              <a:t> logo </a:t>
            </a:r>
            <a:r>
              <a:rPr lang="nl-NL" dirty="0" err="1"/>
              <a:t>here</a:t>
            </a:r>
            <a:endParaRPr lang="nl-NL" dirty="0"/>
          </a:p>
        </p:txBody>
      </p:sp>
      <p:sp>
        <p:nvSpPr>
          <p:cNvPr id="25" name="Tijdelijke aanduiding voor afbeelding 2">
            <a:extLst>
              <a:ext uri="{FF2B5EF4-FFF2-40B4-BE49-F238E27FC236}">
                <a16:creationId xmlns:a16="http://schemas.microsoft.com/office/drawing/2014/main" id="{9781CBC6-4D2D-9B44-8C61-BA988AC5EA80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2914325" y="3979535"/>
            <a:ext cx="1886743" cy="783612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 dirty="0" err="1"/>
              <a:t>Place</a:t>
            </a:r>
            <a:r>
              <a:rPr lang="nl-NL" dirty="0"/>
              <a:t> logo </a:t>
            </a:r>
            <a:r>
              <a:rPr lang="nl-NL" dirty="0" err="1"/>
              <a:t>here</a:t>
            </a:r>
            <a:endParaRPr lang="nl-NL" dirty="0"/>
          </a:p>
        </p:txBody>
      </p:sp>
      <p:sp>
        <p:nvSpPr>
          <p:cNvPr id="26" name="Tijdelijke aanduiding voor afbeelding 2">
            <a:extLst>
              <a:ext uri="{FF2B5EF4-FFF2-40B4-BE49-F238E27FC236}">
                <a16:creationId xmlns:a16="http://schemas.microsoft.com/office/drawing/2014/main" id="{F3CB498F-9E16-7340-824A-5B69DEB636A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57959" y="3979535"/>
            <a:ext cx="1886743" cy="783612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 dirty="0" err="1"/>
              <a:t>Place</a:t>
            </a:r>
            <a:r>
              <a:rPr lang="nl-NL" dirty="0"/>
              <a:t> logo </a:t>
            </a:r>
            <a:r>
              <a:rPr lang="nl-NL" dirty="0" err="1"/>
              <a:t>here</a:t>
            </a:r>
            <a:endParaRPr lang="nl-NL" dirty="0"/>
          </a:p>
        </p:txBody>
      </p:sp>
      <p:sp>
        <p:nvSpPr>
          <p:cNvPr id="27" name="Tijdelijke aanduiding voor tekst 34">
            <a:extLst>
              <a:ext uri="{FF2B5EF4-FFF2-40B4-BE49-F238E27FC236}">
                <a16:creationId xmlns:a16="http://schemas.microsoft.com/office/drawing/2014/main" id="{D85BB5FF-F717-044D-8E9C-DCEFD8761E4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38049" y="3602573"/>
            <a:ext cx="5578609" cy="270592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2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GB" noProof="0" dirty="0"/>
              <a:t>Partners</a:t>
            </a:r>
          </a:p>
        </p:txBody>
      </p:sp>
      <p:sp>
        <p:nvSpPr>
          <p:cNvPr id="28" name="Tijdelijke aanduiding voor afbeelding 2">
            <a:extLst>
              <a:ext uri="{FF2B5EF4-FFF2-40B4-BE49-F238E27FC236}">
                <a16:creationId xmlns:a16="http://schemas.microsoft.com/office/drawing/2014/main" id="{9E39B1AE-9C41-2A43-8322-F2385CDD76E1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70690" y="4892702"/>
            <a:ext cx="1886743" cy="783612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 dirty="0" err="1"/>
              <a:t>Place</a:t>
            </a:r>
            <a:r>
              <a:rPr lang="nl-NL" dirty="0"/>
              <a:t> logo </a:t>
            </a:r>
            <a:r>
              <a:rPr lang="nl-NL" dirty="0" err="1"/>
              <a:t>here</a:t>
            </a:r>
            <a:endParaRPr lang="nl-NL" dirty="0"/>
          </a:p>
        </p:txBody>
      </p:sp>
      <p:sp>
        <p:nvSpPr>
          <p:cNvPr id="29" name="Tijdelijke aanduiding voor afbeelding 2">
            <a:extLst>
              <a:ext uri="{FF2B5EF4-FFF2-40B4-BE49-F238E27FC236}">
                <a16:creationId xmlns:a16="http://schemas.microsoft.com/office/drawing/2014/main" id="{906E6FE3-27E3-F44A-BCCB-0BFB91A7058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2914325" y="4892702"/>
            <a:ext cx="1886743" cy="783612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 dirty="0" err="1"/>
              <a:t>Place</a:t>
            </a:r>
            <a:r>
              <a:rPr lang="nl-NL" dirty="0"/>
              <a:t> logo </a:t>
            </a:r>
            <a:r>
              <a:rPr lang="nl-NL" dirty="0" err="1"/>
              <a:t>here</a:t>
            </a:r>
            <a:endParaRPr lang="nl-NL" dirty="0"/>
          </a:p>
        </p:txBody>
      </p:sp>
      <p:sp>
        <p:nvSpPr>
          <p:cNvPr id="30" name="Tijdelijke aanduiding voor afbeelding 2">
            <a:extLst>
              <a:ext uri="{FF2B5EF4-FFF2-40B4-BE49-F238E27FC236}">
                <a16:creationId xmlns:a16="http://schemas.microsoft.com/office/drawing/2014/main" id="{D4208AEC-A18D-7948-B0D2-36515B5214D7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5459521" y="4892702"/>
            <a:ext cx="1886743" cy="783612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 dirty="0" err="1"/>
              <a:t>Place</a:t>
            </a:r>
            <a:r>
              <a:rPr lang="nl-NL" dirty="0"/>
              <a:t> logo </a:t>
            </a:r>
            <a:r>
              <a:rPr lang="nl-NL" dirty="0" err="1"/>
              <a:t>here</a:t>
            </a:r>
            <a:endParaRPr lang="nl-NL" dirty="0"/>
          </a:p>
        </p:txBody>
      </p:sp>
      <p:cxnSp>
        <p:nvCxnSpPr>
          <p:cNvPr id="31" name="Rechte verbindingslijn 30">
            <a:extLst>
              <a:ext uri="{FF2B5EF4-FFF2-40B4-BE49-F238E27FC236}">
                <a16:creationId xmlns:a16="http://schemas.microsoft.com/office/drawing/2014/main" id="{0E4A6470-CC6A-4740-8821-4CBA8B5017EA}"/>
              </a:ext>
            </a:extLst>
          </p:cNvPr>
          <p:cNvCxnSpPr>
            <a:cxnSpLocks/>
          </p:cNvCxnSpPr>
          <p:nvPr userDrawn="1"/>
        </p:nvCxnSpPr>
        <p:spPr>
          <a:xfrm>
            <a:off x="359907" y="3873165"/>
            <a:ext cx="6984796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Afbeelding 16">
            <a:extLst>
              <a:ext uri="{FF2B5EF4-FFF2-40B4-BE49-F238E27FC236}">
                <a16:creationId xmlns:a16="http://schemas.microsoft.com/office/drawing/2014/main" id="{53B07703-8926-F845-AF19-8F0BDE168B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1"/>
            <a:ext cx="3239815" cy="1274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65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>
          <p15:clr>
            <a:srgbClr val="FBAE40"/>
          </p15:clr>
        </p15:guide>
        <p15:guide id="2" pos="212">
          <p15:clr>
            <a:srgbClr val="FBAE40"/>
          </p15:clr>
        </p15:guide>
        <p15:guide id="3" pos="7470">
          <p15:clr>
            <a:srgbClr val="FBAE40"/>
          </p15:clr>
        </p15:guide>
        <p15:guide id="4" orient="horz" pos="436">
          <p15:clr>
            <a:srgbClr val="FBAE40"/>
          </p15:clr>
        </p15:guide>
        <p15:guide id="5" orient="horz" pos="4088">
          <p15:clr>
            <a:srgbClr val="FBAE40"/>
          </p15:clr>
        </p15:guide>
        <p15:guide id="6" pos="5179">
          <p15:clr>
            <a:srgbClr val="FBAE40"/>
          </p15:clr>
        </p15:guide>
        <p15:guide id="7" pos="6222">
          <p15:clr>
            <a:srgbClr val="FBAE40"/>
          </p15:clr>
        </p15:guide>
        <p15:guide id="8" pos="6426">
          <p15:clr>
            <a:srgbClr val="FBAE40"/>
          </p15:clr>
        </p15:guide>
        <p15:guide id="9" pos="4975">
          <p15:clr>
            <a:srgbClr val="FBAE40"/>
          </p15:clr>
        </p15:guide>
        <p15:guide id="10" pos="3954">
          <p15:clr>
            <a:srgbClr val="FBAE40"/>
          </p15:clr>
        </p15:guide>
        <p15:guide id="11" pos="3728">
          <p15:clr>
            <a:srgbClr val="FBAE40"/>
          </p15:clr>
        </p15:guide>
        <p15:guide id="12" pos="2707">
          <p15:clr>
            <a:srgbClr val="FBAE40"/>
          </p15:clr>
        </p15:guide>
        <p15:guide id="13" pos="2503">
          <p15:clr>
            <a:srgbClr val="FBAE40"/>
          </p15:clr>
        </p15:guide>
        <p15:guide id="14" pos="1460">
          <p15:clr>
            <a:srgbClr val="FBAE40"/>
          </p15:clr>
        </p15:guide>
        <p15:guide id="15" pos="1256">
          <p15:clr>
            <a:srgbClr val="FBAE40"/>
          </p15:clr>
        </p15:guide>
        <p15:guide id="18" orient="horz" pos="754">
          <p15:clr>
            <a:srgbClr val="FBAE40"/>
          </p15:clr>
        </p15:guide>
        <p15:guide id="19" orient="horz" pos="2115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only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1">
            <a:extLst>
              <a:ext uri="{FF2B5EF4-FFF2-40B4-BE49-F238E27FC236}">
                <a16:creationId xmlns:a16="http://schemas.microsoft.com/office/drawing/2014/main" id="{C1824C1D-4906-3A4A-B5A7-7CF6C4EB7B5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17147" y="1196975"/>
            <a:ext cx="7557707" cy="1253617"/>
          </a:xfrm>
          <a:prstGeom prst="rect">
            <a:avLst/>
          </a:prstGeom>
        </p:spPr>
        <p:txBody>
          <a:bodyPr anchor="t" anchorCtr="0"/>
          <a:lstStyle>
            <a:lvl1pPr marL="0" marR="0" indent="0" algn="l" defTabSz="91412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nl-NL" sz="2299" b="1" i="0" smtClean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dirty="0"/>
              <a:t>Title</a:t>
            </a:r>
          </a:p>
        </p:txBody>
      </p:sp>
      <p:sp>
        <p:nvSpPr>
          <p:cNvPr id="10" name="Tijdelijke aanduiding voor tekst 2">
            <a:extLst>
              <a:ext uri="{FF2B5EF4-FFF2-40B4-BE49-F238E27FC236}">
                <a16:creationId xmlns:a16="http://schemas.microsoft.com/office/drawing/2014/main" id="{5E1B5542-E518-FB47-95E8-2B71A026A2A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17147" y="2450593"/>
            <a:ext cx="7557707" cy="3443316"/>
          </a:xfrm>
          <a:prstGeom prst="rect">
            <a:avLst/>
          </a:prstGeom>
        </p:spPr>
        <p:txBody>
          <a:bodyPr/>
          <a:lstStyle>
            <a:lvl1pPr marL="0" marR="0" indent="0" algn="l" defTabSz="91412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nl-NL" sz="2199" b="0" i="0" kern="1200" baseline="0" dirty="0" err="1">
                <a:solidFill>
                  <a:schemeClr val="tx1"/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 dirty="0" err="1"/>
              <a:t>Molorepudit</a:t>
            </a:r>
            <a:r>
              <a:rPr lang="nl-NL" dirty="0"/>
              <a:t> </a:t>
            </a:r>
            <a:r>
              <a:rPr lang="nl-NL" dirty="0" err="1"/>
              <a:t>ressimus</a:t>
            </a:r>
            <a:r>
              <a:rPr lang="nl-NL" dirty="0"/>
              <a:t> </a:t>
            </a:r>
            <a:r>
              <a:rPr lang="nl-NL" dirty="0" err="1"/>
              <a:t>exeri</a:t>
            </a:r>
            <a:r>
              <a:rPr lang="nl-NL" dirty="0"/>
              <a:t> </a:t>
            </a:r>
            <a:r>
              <a:rPr lang="nl-NL" dirty="0" err="1"/>
              <a:t>nus</a:t>
            </a:r>
            <a:r>
              <a:rPr lang="nl-NL" dirty="0"/>
              <a:t> et </a:t>
            </a:r>
            <a:r>
              <a:rPr lang="nl-NL" dirty="0" err="1"/>
              <a:t>ipienda</a:t>
            </a:r>
            <a:r>
              <a:rPr lang="nl-NL" dirty="0"/>
              <a:t> et </a:t>
            </a:r>
            <a:r>
              <a:rPr lang="nl-NL" dirty="0" err="1"/>
              <a:t>adiantot</a:t>
            </a:r>
            <a:r>
              <a:rPr lang="nl-NL" dirty="0"/>
              <a:t> </a:t>
            </a:r>
            <a:r>
              <a:rPr lang="nl-NL" dirty="0" err="1"/>
              <a:t>Ique</a:t>
            </a:r>
            <a:r>
              <a:rPr lang="nl-NL" dirty="0"/>
              <a:t> </a:t>
            </a:r>
            <a:r>
              <a:rPr lang="nl-NL" dirty="0" err="1"/>
              <a:t>niminti</a:t>
            </a:r>
            <a:r>
              <a:rPr lang="nl-NL" dirty="0"/>
              <a:t> </a:t>
            </a:r>
            <a:r>
              <a:rPr lang="nl-NL" dirty="0" err="1"/>
              <a:t>nonsendaecae</a:t>
            </a:r>
            <a:r>
              <a:rPr lang="nl-NL" dirty="0"/>
              <a:t> </a:t>
            </a:r>
            <a:r>
              <a:rPr lang="nl-NL" dirty="0" err="1"/>
              <a:t>volor</a:t>
            </a:r>
            <a:r>
              <a:rPr lang="nl-NL" dirty="0"/>
              <a:t> a ad et ut </a:t>
            </a:r>
            <a:r>
              <a:rPr lang="nl-NL" dirty="0" err="1"/>
              <a:t>eum</a:t>
            </a:r>
            <a:r>
              <a:rPr lang="nl-NL" dirty="0"/>
              <a:t> se pos mos </a:t>
            </a:r>
            <a:r>
              <a:rPr lang="nl-NL" dirty="0" err="1"/>
              <a:t>sed</a:t>
            </a:r>
            <a:r>
              <a:rPr lang="nl-NL" dirty="0"/>
              <a:t> </a:t>
            </a:r>
            <a:r>
              <a:rPr lang="nl-NL" dirty="0" err="1"/>
              <a:t>ulpa</a:t>
            </a:r>
            <a:r>
              <a:rPr lang="nl-NL" dirty="0"/>
              <a:t> </a:t>
            </a:r>
            <a:r>
              <a:rPr lang="nl-NL" dirty="0" err="1"/>
              <a:t>vitas</a:t>
            </a:r>
            <a:r>
              <a:rPr lang="nl-NL" dirty="0"/>
              <a:t> </a:t>
            </a:r>
            <a:r>
              <a:rPr lang="nl-NL" dirty="0" err="1"/>
              <a:t>aut</a:t>
            </a:r>
            <a:r>
              <a:rPr lang="nl-NL" dirty="0"/>
              <a:t> </a:t>
            </a:r>
            <a:r>
              <a:rPr lang="nl-NL" dirty="0" err="1"/>
              <a:t>quia</a:t>
            </a:r>
            <a:r>
              <a:rPr lang="nl-NL" dirty="0"/>
              <a:t> </a:t>
            </a:r>
            <a:r>
              <a:rPr lang="nl-NL" dirty="0" err="1"/>
              <a:t>doluptio</a:t>
            </a:r>
            <a:r>
              <a:rPr lang="nl-NL" dirty="0"/>
              <a:t> </a:t>
            </a:r>
            <a:r>
              <a:rPr lang="nl-NL" dirty="0" err="1"/>
              <a:t>iduciis</a:t>
            </a:r>
            <a:r>
              <a:rPr lang="nl-NL" dirty="0"/>
              <a:t> </a:t>
            </a:r>
            <a:r>
              <a:rPr lang="nl-NL" dirty="0" err="1"/>
              <a:t>sedis</a:t>
            </a:r>
            <a:r>
              <a:rPr lang="nl-NL" dirty="0"/>
              <a:t> </a:t>
            </a:r>
            <a:r>
              <a:rPr lang="nl-NL" dirty="0" err="1"/>
              <a:t>sitat</a:t>
            </a:r>
            <a:r>
              <a:rPr lang="nl-NL" dirty="0"/>
              <a:t> es </a:t>
            </a:r>
            <a:r>
              <a:rPr lang="nl-NL" dirty="0" err="1"/>
              <a:t>nihition</a:t>
            </a:r>
            <a:r>
              <a:rPr lang="nl-NL" dirty="0"/>
              <a:t> </a:t>
            </a:r>
            <a:r>
              <a:rPr lang="nl-NL" dirty="0" err="1"/>
              <a:t>nonsecturi</a:t>
            </a:r>
            <a:r>
              <a:rPr lang="nl-NL" dirty="0"/>
              <a:t> </a:t>
            </a:r>
            <a:r>
              <a:rPr lang="nl-NL" dirty="0" err="1"/>
              <a:t>officidis</a:t>
            </a:r>
            <a:r>
              <a:rPr lang="nl-NL" dirty="0"/>
              <a:t> ex et que </a:t>
            </a:r>
            <a:r>
              <a:rPr lang="nl-NL" dirty="0" err="1"/>
              <a:t>esecto</a:t>
            </a:r>
            <a:r>
              <a:rPr lang="nl-NL" dirty="0"/>
              <a:t> </a:t>
            </a:r>
            <a:r>
              <a:rPr lang="nl-NL" dirty="0" err="1"/>
              <a:t>dolorumenis</a:t>
            </a:r>
            <a:r>
              <a:rPr lang="nl-NL" dirty="0"/>
              <a:t> </a:t>
            </a:r>
            <a:r>
              <a:rPr lang="nl-NL" dirty="0" err="1"/>
              <a:t>aritat</a:t>
            </a:r>
            <a:r>
              <a:rPr lang="nl-NL" dirty="0"/>
              <a:t> et des </a:t>
            </a:r>
            <a:r>
              <a:rPr lang="nl-NL" dirty="0" err="1"/>
              <a:t>earcit</a:t>
            </a:r>
            <a:r>
              <a:rPr lang="nl-NL" dirty="0"/>
              <a:t>, </a:t>
            </a:r>
            <a:r>
              <a:rPr lang="nl-NL" dirty="0" err="1"/>
              <a:t>ium</a:t>
            </a:r>
            <a:r>
              <a:rPr lang="nl-NL" dirty="0"/>
              <a:t> ad </a:t>
            </a:r>
            <a:r>
              <a:rPr lang="nl-NL" dirty="0" err="1"/>
              <a:t>quam</a:t>
            </a:r>
            <a:r>
              <a:rPr lang="nl-NL" dirty="0"/>
              <a:t> </a:t>
            </a:r>
            <a:r>
              <a:rPr lang="nl-NL" dirty="0" err="1"/>
              <a:t>faccupt</a:t>
            </a:r>
            <a:r>
              <a:rPr lang="nl-NL" dirty="0"/>
              <a:t> </a:t>
            </a:r>
            <a:r>
              <a:rPr lang="nl-NL" dirty="0" err="1"/>
              <a:t>atiature</a:t>
            </a:r>
            <a:r>
              <a:rPr lang="nl-NL" dirty="0"/>
              <a:t>, </a:t>
            </a:r>
            <a:r>
              <a:rPr lang="nl-NL" dirty="0" err="1"/>
              <a:t>qui</a:t>
            </a:r>
            <a:r>
              <a:rPr lang="nl-NL" dirty="0"/>
              <a:t> </a:t>
            </a:r>
            <a:r>
              <a:rPr lang="nl-NL" dirty="0" err="1"/>
              <a:t>officipis</a:t>
            </a:r>
            <a:r>
              <a:rPr lang="nl-NL" dirty="0"/>
              <a:t> </a:t>
            </a:r>
            <a:r>
              <a:rPr lang="nl-NL" dirty="0" err="1"/>
              <a:t>dolupta</a:t>
            </a:r>
            <a:r>
              <a:rPr lang="nl-NL" dirty="0"/>
              <a:t> </a:t>
            </a:r>
            <a:r>
              <a:rPr lang="nl-NL" dirty="0" err="1"/>
              <a:t>spereium</a:t>
            </a:r>
            <a:r>
              <a:rPr lang="nl-NL" dirty="0"/>
              <a:t> </a:t>
            </a:r>
            <a:r>
              <a:rPr lang="nl-NL" dirty="0" err="1"/>
              <a:t>quias</a:t>
            </a:r>
            <a:r>
              <a:rPr lang="nl-NL" dirty="0"/>
              <a:t> </a:t>
            </a:r>
            <a:r>
              <a:rPr lang="nl-NL" dirty="0" err="1"/>
              <a:t>sum</a:t>
            </a:r>
            <a:r>
              <a:rPr lang="nl-NL" dirty="0"/>
              <a:t> </a:t>
            </a:r>
            <a:r>
              <a:rPr lang="nl-NL" dirty="0" err="1"/>
              <a:t>aut</a:t>
            </a:r>
            <a:r>
              <a:rPr lang="nl-NL" dirty="0"/>
              <a:t> min </a:t>
            </a:r>
            <a:r>
              <a:rPr lang="nl-NL" dirty="0" err="1"/>
              <a:t>prae</a:t>
            </a:r>
            <a:r>
              <a:rPr lang="nl-NL" dirty="0"/>
              <a:t> nam </a:t>
            </a:r>
            <a:r>
              <a:rPr lang="nl-NL" dirty="0" err="1"/>
              <a:t>aut</a:t>
            </a:r>
            <a:r>
              <a:rPr lang="nl-NL" dirty="0"/>
              <a:t> que </a:t>
            </a:r>
            <a:r>
              <a:rPr lang="nl-NL" dirty="0" err="1"/>
              <a:t>nobitatur</a:t>
            </a:r>
            <a:r>
              <a:rPr lang="nl-NL" dirty="0"/>
              <a:t>, </a:t>
            </a:r>
            <a:r>
              <a:rPr lang="nl-NL" dirty="0" err="1"/>
              <a:t>cus</a:t>
            </a:r>
            <a:r>
              <a:rPr lang="nl-NL" dirty="0"/>
              <a:t> </a:t>
            </a:r>
            <a:r>
              <a:rPr lang="nl-NL" dirty="0" err="1"/>
              <a:t>eario</a:t>
            </a:r>
            <a:r>
              <a:rPr lang="nl-NL" dirty="0"/>
              <a:t> </a:t>
            </a:r>
            <a:r>
              <a:rPr lang="nl-NL" dirty="0" err="1"/>
              <a:t>omnihic</a:t>
            </a:r>
            <a:r>
              <a:rPr lang="nl-NL" dirty="0"/>
              <a:t> </a:t>
            </a:r>
            <a:r>
              <a:rPr lang="nl-NL" dirty="0" err="1"/>
              <a:t>aeruptur</a:t>
            </a:r>
            <a:r>
              <a:rPr lang="nl-NL" dirty="0"/>
              <a:t>, </a:t>
            </a:r>
            <a:r>
              <a:rPr lang="nl-NL" dirty="0" err="1"/>
              <a:t>sunt</a:t>
            </a:r>
            <a:r>
              <a:rPr lang="nl-NL" dirty="0"/>
              <a:t> </a:t>
            </a:r>
            <a:r>
              <a:rPr lang="nl-NL" dirty="0" err="1"/>
              <a:t>eruptat</a:t>
            </a:r>
            <a:r>
              <a:rPr lang="nl-NL" dirty="0"/>
              <a:t> </a:t>
            </a:r>
            <a:r>
              <a:rPr lang="nl-NL" dirty="0" err="1"/>
              <a:t>volorep</a:t>
            </a:r>
            <a:r>
              <a:rPr lang="nl-NL" dirty="0"/>
              <a:t>. &lt;Max. 70 </a:t>
            </a:r>
            <a:r>
              <a:rPr lang="nl-NL" dirty="0" err="1"/>
              <a:t>words</a:t>
            </a:r>
            <a:r>
              <a:rPr lang="nl-NL" dirty="0"/>
              <a:t>&gt; </a:t>
            </a: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BCB6D8A1-2534-604A-A9FD-4672348B8A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550" y="6001201"/>
            <a:ext cx="1727552" cy="67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257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>
          <p15:clr>
            <a:srgbClr val="FBAE40"/>
          </p15:clr>
        </p15:guide>
        <p15:guide id="2" pos="212">
          <p15:clr>
            <a:srgbClr val="FBAE40"/>
          </p15:clr>
        </p15:guide>
        <p15:guide id="3" pos="7470">
          <p15:clr>
            <a:srgbClr val="FBAE40"/>
          </p15:clr>
        </p15:guide>
        <p15:guide id="4" orient="horz" pos="436">
          <p15:clr>
            <a:srgbClr val="FBAE40"/>
          </p15:clr>
        </p15:guide>
        <p15:guide id="5" orient="horz" pos="4088">
          <p15:clr>
            <a:srgbClr val="FBAE40"/>
          </p15:clr>
        </p15:guide>
        <p15:guide id="6" pos="5179">
          <p15:clr>
            <a:srgbClr val="FBAE40"/>
          </p15:clr>
        </p15:guide>
        <p15:guide id="7" pos="6222">
          <p15:clr>
            <a:srgbClr val="FBAE40"/>
          </p15:clr>
        </p15:guide>
        <p15:guide id="8" pos="6426">
          <p15:clr>
            <a:srgbClr val="FBAE40"/>
          </p15:clr>
        </p15:guide>
        <p15:guide id="9" pos="4975">
          <p15:clr>
            <a:srgbClr val="FBAE40"/>
          </p15:clr>
        </p15:guide>
        <p15:guide id="10" pos="3954">
          <p15:clr>
            <a:srgbClr val="FBAE40"/>
          </p15:clr>
        </p15:guide>
        <p15:guide id="11" pos="3728">
          <p15:clr>
            <a:srgbClr val="FBAE40"/>
          </p15:clr>
        </p15:guide>
        <p15:guide id="12" pos="2707">
          <p15:clr>
            <a:srgbClr val="FBAE40"/>
          </p15:clr>
        </p15:guide>
        <p15:guide id="13" pos="2503">
          <p15:clr>
            <a:srgbClr val="FBAE40"/>
          </p15:clr>
        </p15:guide>
        <p15:guide id="14" pos="1460">
          <p15:clr>
            <a:srgbClr val="FBAE40"/>
          </p15:clr>
        </p15:guide>
        <p15:guide id="15" pos="1256">
          <p15:clr>
            <a:srgbClr val="FBAE40"/>
          </p15:clr>
        </p15:guide>
        <p15:guide id="17" orient="horz" pos="2115">
          <p15:clr>
            <a:srgbClr val="FBAE40"/>
          </p15:clr>
        </p15:guide>
        <p15:guide id="18" orient="horz" pos="75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ullets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1">
            <a:extLst>
              <a:ext uri="{FF2B5EF4-FFF2-40B4-BE49-F238E27FC236}">
                <a16:creationId xmlns:a16="http://schemas.microsoft.com/office/drawing/2014/main" id="{C1824C1D-4906-3A4A-B5A7-7CF6C4EB7B5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17147" y="1196975"/>
            <a:ext cx="7557707" cy="1253617"/>
          </a:xfrm>
          <a:prstGeom prst="rect">
            <a:avLst/>
          </a:prstGeom>
        </p:spPr>
        <p:txBody>
          <a:bodyPr anchor="t" anchorCtr="0"/>
          <a:lstStyle>
            <a:lvl1pPr marL="0" marR="0" indent="0" algn="l" defTabSz="91412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nl-NL" sz="2299" b="1" i="0" smtClean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nl-NL" noProof="0" dirty="0" err="1"/>
              <a:t>Title</a:t>
            </a:r>
            <a:endParaRPr lang="nl-NL" noProof="0" dirty="0"/>
          </a:p>
        </p:txBody>
      </p:sp>
      <p:sp>
        <p:nvSpPr>
          <p:cNvPr id="5" name="Tijdelijke aanduiding voor tekst 2">
            <a:extLst>
              <a:ext uri="{FF2B5EF4-FFF2-40B4-BE49-F238E27FC236}">
                <a16:creationId xmlns:a16="http://schemas.microsoft.com/office/drawing/2014/main" id="{4B633025-4CF3-E24C-A6D3-53F39D0816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17147" y="2450593"/>
            <a:ext cx="7557707" cy="3443316"/>
          </a:xfrm>
          <a:prstGeom prst="rect">
            <a:avLst/>
          </a:prstGeom>
        </p:spPr>
        <p:txBody>
          <a:bodyPr/>
          <a:lstStyle>
            <a:lvl1pPr marL="450715" marR="0" indent="-450715" algn="l" defTabSz="91412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888733" algn="l"/>
                <a:tab pos="1452127" algn="l"/>
              </a:tabLst>
              <a:defRPr lang="nl-NL" sz="2199" b="0" i="0" kern="1200" baseline="0" noProof="0" dirty="0" smtClean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803034" indent="-309470"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lang="nl-NL" sz="2199" b="0" i="0" kern="1200" baseline="0" noProof="0" dirty="0" smtClean="0">
                <a:solidFill>
                  <a:schemeClr val="tx1"/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1114091" indent="-311057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lang="nl-NL" sz="2199" b="0" i="0" kern="1200" baseline="0" noProof="0" dirty="0" err="1" smtClean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466410" indent="-311057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tabLst/>
              <a:defRPr lang="nl-NL" sz="2199" b="0" i="0" kern="1200" baseline="0" noProof="0" dirty="0" smtClean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833013" indent="-366603"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lang="nl-NL" sz="2199" b="0" i="0" kern="1200" baseline="0" noProof="0" dirty="0" err="1">
                <a:solidFill>
                  <a:schemeClr val="tx1"/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  <a:lvl6pPr marL="2185332" indent="-352319">
              <a:spcBef>
                <a:spcPts val="600"/>
              </a:spcBef>
              <a:tabLst/>
              <a:defRPr lang="nl-NL" sz="2199" b="0" i="0" kern="1200" baseline="0" noProof="0" dirty="0" smtClean="0">
                <a:solidFill>
                  <a:schemeClr val="tx1"/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6pPr>
            <a:lvl7pPr marL="2144070" indent="-311057">
              <a:tabLst/>
              <a:defRPr lang="nl-NL" sz="2199" b="0" i="0" kern="1200" baseline="0" noProof="0" dirty="0" smtClean="0">
                <a:solidFill>
                  <a:schemeClr val="tx1"/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7pPr>
            <a:lvl8pPr marL="2496389" indent="-352319">
              <a:tabLst/>
              <a:defRPr lang="nl-NL" sz="2199" b="0" i="0" kern="1200" baseline="0" noProof="0" dirty="0">
                <a:solidFill>
                  <a:schemeClr val="tx1"/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8pPr>
            <a:lvl9pPr>
              <a:defRPr lang="nl-NL" sz="2199" b="0" i="0" kern="1200" baseline="0" noProof="0" dirty="0" smtClean="0">
                <a:solidFill>
                  <a:schemeClr val="tx1"/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9pPr>
          </a:lstStyle>
          <a:p>
            <a:r>
              <a:rPr lang="nl-NL" noProof="0" dirty="0" err="1"/>
              <a:t>Ressimus</a:t>
            </a:r>
            <a:r>
              <a:rPr lang="nl-NL" noProof="0" dirty="0"/>
              <a:t> </a:t>
            </a:r>
            <a:r>
              <a:rPr lang="nl-NL" noProof="0" dirty="0" err="1"/>
              <a:t>exeri</a:t>
            </a:r>
            <a:r>
              <a:rPr lang="nl-NL" noProof="0" dirty="0"/>
              <a:t> </a:t>
            </a:r>
            <a:r>
              <a:rPr lang="nl-NL" noProof="0" dirty="0" err="1"/>
              <a:t>nus</a:t>
            </a:r>
            <a:r>
              <a:rPr lang="nl-NL" noProof="0" dirty="0"/>
              <a:t> et </a:t>
            </a:r>
            <a:r>
              <a:rPr lang="nl-NL" noProof="0" dirty="0" err="1"/>
              <a:t>ipienda</a:t>
            </a:r>
            <a:r>
              <a:rPr lang="nl-NL" noProof="0" dirty="0"/>
              <a:t> et </a:t>
            </a:r>
            <a:r>
              <a:rPr lang="nl-NL" noProof="0" dirty="0" err="1"/>
              <a:t>adiantot</a:t>
            </a:r>
            <a:r>
              <a:rPr lang="nl-NL" noProof="0" dirty="0"/>
              <a:t> </a:t>
            </a:r>
            <a:r>
              <a:rPr lang="nl-NL" noProof="0" dirty="0" err="1"/>
              <a:t>IqueMolorepudit</a:t>
            </a:r>
            <a:r>
              <a:rPr lang="nl-NL" noProof="0" dirty="0"/>
              <a:t> </a:t>
            </a:r>
            <a:r>
              <a:rPr lang="nl-NL" noProof="0" dirty="0" err="1"/>
              <a:t>niminti</a:t>
            </a:r>
            <a:r>
              <a:rPr lang="nl-NL" noProof="0" dirty="0"/>
              <a:t> </a:t>
            </a:r>
            <a:r>
              <a:rPr lang="nl-NL" noProof="0" dirty="0" err="1"/>
              <a:t>nonsendaecae</a:t>
            </a:r>
            <a:r>
              <a:rPr lang="nl-NL" noProof="0" dirty="0"/>
              <a:t> </a:t>
            </a:r>
            <a:r>
              <a:rPr lang="nl-NL" noProof="0" dirty="0" err="1"/>
              <a:t>volor</a:t>
            </a:r>
            <a:r>
              <a:rPr lang="nl-NL" noProof="0" dirty="0"/>
              <a:t> a ad et ut </a:t>
            </a:r>
            <a:r>
              <a:rPr lang="nl-NL" noProof="0" dirty="0" err="1"/>
              <a:t>eum</a:t>
            </a:r>
            <a:r>
              <a:rPr lang="nl-NL" noProof="0" dirty="0"/>
              <a:t> se pos mos </a:t>
            </a:r>
            <a:r>
              <a:rPr lang="nl-NL" noProof="0" dirty="0" err="1"/>
              <a:t>sed</a:t>
            </a:r>
            <a:r>
              <a:rPr lang="nl-NL" noProof="0" dirty="0"/>
              <a:t> </a:t>
            </a:r>
            <a:r>
              <a:rPr lang="nl-NL" noProof="0" dirty="0" err="1"/>
              <a:t>ulpa</a:t>
            </a:r>
            <a:r>
              <a:rPr lang="nl-NL" noProof="0" dirty="0"/>
              <a:t> </a:t>
            </a:r>
            <a:r>
              <a:rPr lang="nl-NL" noProof="0" dirty="0" err="1"/>
              <a:t>vitas</a:t>
            </a:r>
            <a:r>
              <a:rPr lang="nl-NL" noProof="0" dirty="0"/>
              <a:t> </a:t>
            </a:r>
            <a:r>
              <a:rPr lang="nl-NL" noProof="0" dirty="0" err="1"/>
              <a:t>aut</a:t>
            </a:r>
            <a:r>
              <a:rPr lang="nl-NL" noProof="0" dirty="0"/>
              <a:t> </a:t>
            </a:r>
            <a:r>
              <a:rPr lang="nl-NL" noProof="0" dirty="0" err="1"/>
              <a:t>quia</a:t>
            </a:r>
            <a:r>
              <a:rPr lang="nl-NL" noProof="0" dirty="0"/>
              <a:t> </a:t>
            </a:r>
            <a:r>
              <a:rPr lang="nl-NL" noProof="0" dirty="0" err="1"/>
              <a:t>doluptio</a:t>
            </a:r>
            <a:r>
              <a:rPr lang="nl-NL" noProof="0" dirty="0"/>
              <a:t> </a:t>
            </a:r>
            <a:r>
              <a:rPr lang="nl-NL" noProof="0" dirty="0" err="1"/>
              <a:t>iduciis</a:t>
            </a:r>
            <a:r>
              <a:rPr lang="nl-NL" noProof="0" dirty="0"/>
              <a:t> </a:t>
            </a:r>
            <a:r>
              <a:rPr lang="nl-NL" noProof="0" dirty="0" err="1"/>
              <a:t>sedis</a:t>
            </a:r>
            <a:r>
              <a:rPr lang="nl-NL" noProof="0" dirty="0"/>
              <a:t> </a:t>
            </a:r>
            <a:r>
              <a:rPr lang="nl-NL" noProof="0" dirty="0" err="1"/>
              <a:t>sitat</a:t>
            </a:r>
            <a:endParaRPr lang="nl-NL" noProof="0" dirty="0"/>
          </a:p>
          <a:p>
            <a:pPr lvl="1"/>
            <a:r>
              <a:rPr lang="nl-NL" noProof="0" dirty="0" err="1"/>
              <a:t>L;ajgda;ldgjs</a:t>
            </a:r>
            <a:endParaRPr lang="nl-NL" noProof="0" dirty="0"/>
          </a:p>
          <a:p>
            <a:pPr lvl="2"/>
            <a:r>
              <a:rPr lang="nl-NL" noProof="0" dirty="0" err="1"/>
              <a:t>Lkadghjs;aoigdhsj</a:t>
            </a:r>
            <a:endParaRPr lang="nl-NL" noProof="0" dirty="0"/>
          </a:p>
          <a:p>
            <a:pPr lvl="3"/>
            <a:r>
              <a:rPr lang="nl-NL" noProof="0" dirty="0"/>
              <a:t>;</a:t>
            </a:r>
            <a:r>
              <a:rPr lang="nl-NL" noProof="0" dirty="0" err="1"/>
              <a:t>lasijdf;alkgdjs</a:t>
            </a:r>
            <a:endParaRPr lang="nl-NL" noProof="0" dirty="0"/>
          </a:p>
          <a:p>
            <a:pPr lvl="4"/>
            <a:r>
              <a:rPr lang="nl-NL" noProof="0" dirty="0"/>
              <a:t>;</a:t>
            </a:r>
            <a:r>
              <a:rPr lang="nl-NL" noProof="0" dirty="0" err="1"/>
              <a:t>ladsgjlasdkgj</a:t>
            </a:r>
            <a:endParaRPr lang="nl-NL" noProof="0" dirty="0"/>
          </a:p>
          <a:p>
            <a:pPr lvl="5"/>
            <a:r>
              <a:rPr lang="nl-NL" noProof="0" dirty="0" err="1"/>
              <a:t>A;lgdkj;asldgjk</a:t>
            </a:r>
            <a:endParaRPr lang="nl-NL" noProof="0" dirty="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D50915F4-B84F-0249-83BA-C40A1EFC3A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550" y="6001201"/>
            <a:ext cx="1727552" cy="67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0729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>
          <p15:clr>
            <a:srgbClr val="FBAE40"/>
          </p15:clr>
        </p15:guide>
        <p15:guide id="2" pos="212">
          <p15:clr>
            <a:srgbClr val="FBAE40"/>
          </p15:clr>
        </p15:guide>
        <p15:guide id="3" pos="7470">
          <p15:clr>
            <a:srgbClr val="FBAE40"/>
          </p15:clr>
        </p15:guide>
        <p15:guide id="4" orient="horz" pos="436">
          <p15:clr>
            <a:srgbClr val="FBAE40"/>
          </p15:clr>
        </p15:guide>
        <p15:guide id="5" orient="horz" pos="4088">
          <p15:clr>
            <a:srgbClr val="FBAE40"/>
          </p15:clr>
        </p15:guide>
        <p15:guide id="6" pos="5179">
          <p15:clr>
            <a:srgbClr val="FBAE40"/>
          </p15:clr>
        </p15:guide>
        <p15:guide id="7" pos="6222">
          <p15:clr>
            <a:srgbClr val="FBAE40"/>
          </p15:clr>
        </p15:guide>
        <p15:guide id="8" pos="6426">
          <p15:clr>
            <a:srgbClr val="FBAE40"/>
          </p15:clr>
        </p15:guide>
        <p15:guide id="9" pos="4975">
          <p15:clr>
            <a:srgbClr val="FBAE40"/>
          </p15:clr>
        </p15:guide>
        <p15:guide id="10" pos="3954">
          <p15:clr>
            <a:srgbClr val="FBAE40"/>
          </p15:clr>
        </p15:guide>
        <p15:guide id="11" pos="3728">
          <p15:clr>
            <a:srgbClr val="FBAE40"/>
          </p15:clr>
        </p15:guide>
        <p15:guide id="12" pos="2707">
          <p15:clr>
            <a:srgbClr val="FBAE40"/>
          </p15:clr>
        </p15:guide>
        <p15:guide id="13" pos="2503">
          <p15:clr>
            <a:srgbClr val="FBAE40"/>
          </p15:clr>
        </p15:guide>
        <p15:guide id="14" pos="1460">
          <p15:clr>
            <a:srgbClr val="FBAE40"/>
          </p15:clr>
        </p15:guide>
        <p15:guide id="15" pos="1256">
          <p15:clr>
            <a:srgbClr val="FBAE40"/>
          </p15:clr>
        </p15:guide>
        <p15:guide id="17" orient="horz" pos="2115">
          <p15:clr>
            <a:srgbClr val="FBAE40"/>
          </p15:clr>
        </p15:guide>
        <p15:guide id="18" orient="horz" pos="75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left, image righ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afbeelding 4">
            <a:extLst>
              <a:ext uri="{FF2B5EF4-FFF2-40B4-BE49-F238E27FC236}">
                <a16:creationId xmlns:a16="http://schemas.microsoft.com/office/drawing/2014/main" id="{6BA2A577-21F1-7046-AA42-DF49AEC8BCF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296244" y="368301"/>
            <a:ext cx="7559293" cy="6121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anchor="ctr" anchorCtr="0"/>
          <a:lstStyle>
            <a:lvl1pPr algn="ctr">
              <a:defRPr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 dirty="0"/>
              <a:t>Click icon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an</a:t>
            </a:r>
            <a:r>
              <a:rPr lang="nl-NL" dirty="0"/>
              <a:t> image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A07AE5D3-2C03-CD49-8B96-489B7649C6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8050" y="371475"/>
            <a:ext cx="3634429" cy="1080000"/>
          </a:xfrm>
          <a:prstGeom prst="rect">
            <a:avLst/>
          </a:prstGeom>
        </p:spPr>
        <p:txBody>
          <a:bodyPr anchor="t" anchorCtr="0"/>
          <a:lstStyle>
            <a:lvl1pPr marL="0" marR="0" indent="0" algn="l" defTabSz="91412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nl-NL" sz="2299" b="1" i="0" smtClean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dirty="0"/>
              <a:t>Title</a:t>
            </a:r>
          </a:p>
        </p:txBody>
      </p:sp>
      <p:sp>
        <p:nvSpPr>
          <p:cNvPr id="10" name="Tijdelijke aanduiding voor tekst 2">
            <a:extLst>
              <a:ext uri="{FF2B5EF4-FFF2-40B4-BE49-F238E27FC236}">
                <a16:creationId xmlns:a16="http://schemas.microsoft.com/office/drawing/2014/main" id="{34EE854C-23EF-BD45-A084-2AE0D43591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7425" y="1664209"/>
            <a:ext cx="3635053" cy="4238714"/>
          </a:xfrm>
          <a:prstGeom prst="rect">
            <a:avLst/>
          </a:prstGeom>
        </p:spPr>
        <p:txBody>
          <a:bodyPr bIns="0" anchor="b" anchorCtr="0"/>
          <a:lstStyle>
            <a:lvl1pPr marL="0" marR="0" indent="0" algn="l" defTabSz="91412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nl-NL" sz="2199" b="0" i="0" kern="1200" baseline="0" dirty="0">
                <a:solidFill>
                  <a:schemeClr val="tx1"/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 dirty="0" err="1"/>
              <a:t>Molorepudit</a:t>
            </a:r>
            <a:r>
              <a:rPr lang="nl-NL" dirty="0"/>
              <a:t> </a:t>
            </a:r>
            <a:r>
              <a:rPr lang="nl-NL" dirty="0" err="1"/>
              <a:t>ressimus</a:t>
            </a:r>
            <a:r>
              <a:rPr lang="nl-NL" dirty="0"/>
              <a:t> </a:t>
            </a:r>
            <a:r>
              <a:rPr lang="nl-NL" dirty="0" err="1"/>
              <a:t>exeri</a:t>
            </a:r>
            <a:r>
              <a:rPr lang="nl-NL" dirty="0"/>
              <a:t> </a:t>
            </a:r>
            <a:r>
              <a:rPr lang="nl-NL" dirty="0" err="1"/>
              <a:t>nus</a:t>
            </a:r>
            <a:r>
              <a:rPr lang="nl-NL" dirty="0"/>
              <a:t> et </a:t>
            </a:r>
            <a:r>
              <a:rPr lang="nl-NL" dirty="0" err="1"/>
              <a:t>ipienda</a:t>
            </a:r>
            <a:r>
              <a:rPr lang="nl-NL" dirty="0"/>
              <a:t> et </a:t>
            </a:r>
            <a:r>
              <a:rPr lang="nl-NL" dirty="0" err="1"/>
              <a:t>adiantot</a:t>
            </a:r>
            <a:r>
              <a:rPr lang="nl-NL" dirty="0"/>
              <a:t> </a:t>
            </a:r>
            <a:r>
              <a:rPr lang="nl-NL" dirty="0" err="1"/>
              <a:t>Ique</a:t>
            </a:r>
            <a:r>
              <a:rPr lang="nl-NL" dirty="0"/>
              <a:t> </a:t>
            </a:r>
            <a:r>
              <a:rPr lang="nl-NL" dirty="0" err="1"/>
              <a:t>niminti</a:t>
            </a:r>
            <a:r>
              <a:rPr lang="nl-NL" dirty="0"/>
              <a:t> </a:t>
            </a:r>
            <a:r>
              <a:rPr lang="nl-NL" dirty="0" err="1"/>
              <a:t>nonsendaecae</a:t>
            </a:r>
            <a:r>
              <a:rPr lang="nl-NL" dirty="0"/>
              <a:t> </a:t>
            </a:r>
            <a:r>
              <a:rPr lang="nl-NL" dirty="0" err="1"/>
              <a:t>volor</a:t>
            </a:r>
            <a:r>
              <a:rPr lang="nl-NL" dirty="0"/>
              <a:t> a ad et ut </a:t>
            </a:r>
            <a:r>
              <a:rPr lang="nl-NL" dirty="0" err="1"/>
              <a:t>eum</a:t>
            </a:r>
            <a:r>
              <a:rPr lang="nl-NL" dirty="0"/>
              <a:t> se pos mos </a:t>
            </a:r>
            <a:r>
              <a:rPr lang="nl-NL" dirty="0" err="1"/>
              <a:t>sed</a:t>
            </a:r>
            <a:r>
              <a:rPr lang="nl-NL" dirty="0"/>
              <a:t> </a:t>
            </a:r>
            <a:r>
              <a:rPr lang="nl-NL" dirty="0" err="1"/>
              <a:t>ulpa</a:t>
            </a:r>
            <a:r>
              <a:rPr lang="nl-NL" dirty="0"/>
              <a:t> </a:t>
            </a:r>
            <a:r>
              <a:rPr lang="nl-NL" dirty="0" err="1"/>
              <a:t>vitas</a:t>
            </a:r>
            <a:r>
              <a:rPr lang="nl-NL" dirty="0"/>
              <a:t> </a:t>
            </a:r>
            <a:r>
              <a:rPr lang="nl-NL" dirty="0" err="1"/>
              <a:t>aut</a:t>
            </a:r>
            <a:r>
              <a:rPr lang="nl-NL" dirty="0"/>
              <a:t> </a:t>
            </a:r>
            <a:r>
              <a:rPr lang="nl-NL" dirty="0" err="1"/>
              <a:t>quia</a:t>
            </a:r>
            <a:r>
              <a:rPr lang="nl-NL" dirty="0"/>
              <a:t> </a:t>
            </a:r>
            <a:r>
              <a:rPr lang="nl-NL" dirty="0" err="1"/>
              <a:t>doluptio</a:t>
            </a:r>
            <a:r>
              <a:rPr lang="nl-NL" dirty="0"/>
              <a:t> </a:t>
            </a:r>
            <a:r>
              <a:rPr lang="nl-NL" dirty="0" err="1"/>
              <a:t>iduciis</a:t>
            </a:r>
            <a:r>
              <a:rPr lang="nl-NL" dirty="0"/>
              <a:t> </a:t>
            </a:r>
            <a:r>
              <a:rPr lang="nl-NL" dirty="0" err="1"/>
              <a:t>sedis</a:t>
            </a:r>
            <a:r>
              <a:rPr lang="nl-NL" dirty="0"/>
              <a:t> </a:t>
            </a:r>
            <a:r>
              <a:rPr lang="nl-NL" dirty="0" err="1"/>
              <a:t>sitat</a:t>
            </a:r>
            <a:r>
              <a:rPr lang="nl-NL" dirty="0"/>
              <a:t> es </a:t>
            </a:r>
            <a:r>
              <a:rPr lang="nl-NL" dirty="0" err="1"/>
              <a:t>nihition</a:t>
            </a:r>
            <a:r>
              <a:rPr lang="nl-NL" dirty="0"/>
              <a:t> </a:t>
            </a:r>
            <a:r>
              <a:rPr lang="nl-NL" dirty="0" err="1"/>
              <a:t>nonsecturi</a:t>
            </a:r>
            <a:r>
              <a:rPr lang="nl-NL" dirty="0"/>
              <a:t> </a:t>
            </a:r>
            <a:r>
              <a:rPr lang="nl-NL" dirty="0" err="1"/>
              <a:t>officidis</a:t>
            </a:r>
            <a:r>
              <a:rPr lang="nl-NL" dirty="0"/>
              <a:t> ex et que </a:t>
            </a:r>
            <a:r>
              <a:rPr lang="nl-NL" dirty="0" err="1"/>
              <a:t>esecto</a:t>
            </a:r>
            <a:r>
              <a:rPr lang="nl-NL" dirty="0"/>
              <a:t> </a:t>
            </a:r>
            <a:r>
              <a:rPr lang="nl-NL" dirty="0" err="1"/>
              <a:t>dolorumenis</a:t>
            </a:r>
            <a:r>
              <a:rPr lang="nl-NL" dirty="0"/>
              <a:t> </a:t>
            </a:r>
            <a:r>
              <a:rPr lang="nl-NL" dirty="0" err="1"/>
              <a:t>aritat</a:t>
            </a:r>
            <a:r>
              <a:rPr lang="nl-NL" dirty="0"/>
              <a:t> et. </a:t>
            </a:r>
            <a:br>
              <a:rPr lang="nl-NL" dirty="0"/>
            </a:br>
            <a:r>
              <a:rPr lang="nl-NL" dirty="0"/>
              <a:t>&lt;Max. 40 </a:t>
            </a:r>
            <a:r>
              <a:rPr lang="nl-NL" dirty="0" err="1"/>
              <a:t>words</a:t>
            </a:r>
            <a:r>
              <a:rPr lang="nl-NL" dirty="0"/>
              <a:t>&gt; </a:t>
            </a: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65606AA5-AF36-9F4A-85F9-DFA22377F4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550" y="6001201"/>
            <a:ext cx="1727552" cy="67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7070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>
          <p15:clr>
            <a:srgbClr val="FBAE40"/>
          </p15:clr>
        </p15:guide>
        <p15:guide id="2" pos="212">
          <p15:clr>
            <a:srgbClr val="FBAE40"/>
          </p15:clr>
        </p15:guide>
        <p15:guide id="3" pos="7470">
          <p15:clr>
            <a:srgbClr val="FBAE40"/>
          </p15:clr>
        </p15:guide>
        <p15:guide id="4" orient="horz" pos="436">
          <p15:clr>
            <a:srgbClr val="FBAE40"/>
          </p15:clr>
        </p15:guide>
        <p15:guide id="5" orient="horz" pos="4088">
          <p15:clr>
            <a:srgbClr val="FBAE40"/>
          </p15:clr>
        </p15:guide>
        <p15:guide id="6" pos="5179">
          <p15:clr>
            <a:srgbClr val="FBAE40"/>
          </p15:clr>
        </p15:guide>
        <p15:guide id="7" pos="6222">
          <p15:clr>
            <a:srgbClr val="FBAE40"/>
          </p15:clr>
        </p15:guide>
        <p15:guide id="8" pos="6426">
          <p15:clr>
            <a:srgbClr val="FBAE40"/>
          </p15:clr>
        </p15:guide>
        <p15:guide id="9" pos="4975">
          <p15:clr>
            <a:srgbClr val="FBAE40"/>
          </p15:clr>
        </p15:guide>
        <p15:guide id="10" pos="3954">
          <p15:clr>
            <a:srgbClr val="FBAE40"/>
          </p15:clr>
        </p15:guide>
        <p15:guide id="11" pos="3728">
          <p15:clr>
            <a:srgbClr val="FBAE40"/>
          </p15:clr>
        </p15:guide>
        <p15:guide id="12" pos="2707">
          <p15:clr>
            <a:srgbClr val="FBAE40"/>
          </p15:clr>
        </p15:guide>
        <p15:guide id="13" pos="2503">
          <p15:clr>
            <a:srgbClr val="FBAE40"/>
          </p15:clr>
        </p15:guide>
        <p15:guide id="14" pos="1460">
          <p15:clr>
            <a:srgbClr val="FBAE40"/>
          </p15:clr>
        </p15:guide>
        <p15:guide id="15" pos="1256">
          <p15:clr>
            <a:srgbClr val="FBAE40"/>
          </p15:clr>
        </p15:guide>
        <p15:guide id="17" orient="horz" pos="2115">
          <p15:clr>
            <a:srgbClr val="FBAE40"/>
          </p15:clr>
        </p15:guide>
        <p15:guide id="18" orient="horz" pos="75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screen imag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afbeelding 4">
            <a:extLst>
              <a:ext uri="{FF2B5EF4-FFF2-40B4-BE49-F238E27FC236}">
                <a16:creationId xmlns:a16="http://schemas.microsoft.com/office/drawing/2014/main" id="{6BA2A577-21F1-7046-AA42-DF49AEC8BCF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36463" y="368300"/>
            <a:ext cx="11519074" cy="6121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anchor="ctr" anchorCtr="0"/>
          <a:lstStyle>
            <a:lvl1pPr algn="ctr">
              <a:defRPr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 dirty="0"/>
              <a:t>Click icon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an</a:t>
            </a:r>
            <a:r>
              <a:rPr lang="nl-NL" dirty="0"/>
              <a:t> image</a:t>
            </a:r>
          </a:p>
        </p:txBody>
      </p:sp>
    </p:spTree>
    <p:extLst>
      <p:ext uri="{BB962C8B-B14F-4D97-AF65-F5344CB8AC3E}">
        <p14:creationId xmlns:p14="http://schemas.microsoft.com/office/powerpoint/2010/main" val="2864994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>
          <p15:clr>
            <a:srgbClr val="FBAE40"/>
          </p15:clr>
        </p15:guide>
        <p15:guide id="2" pos="212">
          <p15:clr>
            <a:srgbClr val="FBAE40"/>
          </p15:clr>
        </p15:guide>
        <p15:guide id="3" pos="7470">
          <p15:clr>
            <a:srgbClr val="FBAE40"/>
          </p15:clr>
        </p15:guide>
        <p15:guide id="4" orient="horz" pos="436">
          <p15:clr>
            <a:srgbClr val="FBAE40"/>
          </p15:clr>
        </p15:guide>
        <p15:guide id="5" orient="horz" pos="4088">
          <p15:clr>
            <a:srgbClr val="FBAE40"/>
          </p15:clr>
        </p15:guide>
        <p15:guide id="6" pos="5179">
          <p15:clr>
            <a:srgbClr val="FBAE40"/>
          </p15:clr>
        </p15:guide>
        <p15:guide id="7" pos="6222">
          <p15:clr>
            <a:srgbClr val="FBAE40"/>
          </p15:clr>
        </p15:guide>
        <p15:guide id="8" pos="6426">
          <p15:clr>
            <a:srgbClr val="FBAE40"/>
          </p15:clr>
        </p15:guide>
        <p15:guide id="9" pos="4975">
          <p15:clr>
            <a:srgbClr val="FBAE40"/>
          </p15:clr>
        </p15:guide>
        <p15:guide id="10" pos="3954">
          <p15:clr>
            <a:srgbClr val="FBAE40"/>
          </p15:clr>
        </p15:guide>
        <p15:guide id="11" pos="3728">
          <p15:clr>
            <a:srgbClr val="FBAE40"/>
          </p15:clr>
        </p15:guide>
        <p15:guide id="12" pos="2707">
          <p15:clr>
            <a:srgbClr val="FBAE40"/>
          </p15:clr>
        </p15:guide>
        <p15:guide id="13" pos="2503">
          <p15:clr>
            <a:srgbClr val="FBAE40"/>
          </p15:clr>
        </p15:guide>
        <p15:guide id="14" pos="1460">
          <p15:clr>
            <a:srgbClr val="FBAE40"/>
          </p15:clr>
        </p15:guide>
        <p15:guide id="15" pos="1256">
          <p15:clr>
            <a:srgbClr val="FBAE40"/>
          </p15:clr>
        </p15:guide>
        <p15:guide id="17" orient="horz" pos="2115">
          <p15:clr>
            <a:srgbClr val="FBAE40"/>
          </p15:clr>
        </p15:guide>
        <p15:guide id="18" orient="horz" pos="75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screen image + caption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afbeelding 4">
            <a:extLst>
              <a:ext uri="{FF2B5EF4-FFF2-40B4-BE49-F238E27FC236}">
                <a16:creationId xmlns:a16="http://schemas.microsoft.com/office/drawing/2014/main" id="{6BA2A577-21F1-7046-AA42-DF49AEC8BCF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36463" y="368300"/>
            <a:ext cx="11519074" cy="55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anchor="ctr" anchorCtr="0"/>
          <a:lstStyle>
            <a:lvl1pPr algn="ctr">
              <a:defRPr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 dirty="0"/>
              <a:t>Click icon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an</a:t>
            </a:r>
            <a:r>
              <a:rPr lang="nl-NL" dirty="0"/>
              <a:t> image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2644E85E-CA6A-F844-A413-BC9479C4FF2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6463" y="5948301"/>
            <a:ext cx="11519075" cy="541399"/>
          </a:xfrm>
          <a:prstGeom prst="rect">
            <a:avLst/>
          </a:prstGeom>
        </p:spPr>
        <p:txBody>
          <a:bodyPr lIns="0" bIns="0" anchor="b" anchorCtr="0"/>
          <a:lstStyle>
            <a:lvl1pPr marL="0" marR="0" indent="0" algn="l" defTabSz="91412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nl-NL" sz="1200" b="0" i="0" smtClean="0"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 dirty="0" err="1"/>
              <a:t>Itasita</a:t>
            </a:r>
            <a:r>
              <a:rPr lang="nl-NL" dirty="0"/>
              <a:t> </a:t>
            </a:r>
            <a:r>
              <a:rPr lang="nl-NL" dirty="0" err="1"/>
              <a:t>sima</a:t>
            </a:r>
            <a:r>
              <a:rPr lang="nl-NL" dirty="0"/>
              <a:t> </a:t>
            </a:r>
            <a:r>
              <a:rPr lang="nl-NL" dirty="0" err="1"/>
              <a:t>dolor</a:t>
            </a:r>
            <a:r>
              <a:rPr lang="nl-NL" dirty="0"/>
              <a:t> min </a:t>
            </a:r>
            <a:r>
              <a:rPr lang="nl-NL" dirty="0" err="1"/>
              <a:t>evellor</a:t>
            </a:r>
            <a:r>
              <a:rPr lang="nl-NL" dirty="0"/>
              <a:t> </a:t>
            </a:r>
            <a:r>
              <a:rPr lang="nl-NL" dirty="0" err="1"/>
              <a:t>ratum</a:t>
            </a:r>
            <a:r>
              <a:rPr lang="nl-NL" dirty="0"/>
              <a:t> </a:t>
            </a:r>
            <a:r>
              <a:rPr lang="nl-NL" dirty="0" err="1"/>
              <a:t>laciis</a:t>
            </a:r>
            <a:r>
              <a:rPr lang="nl-NL" dirty="0"/>
              <a:t> et </a:t>
            </a:r>
            <a:r>
              <a:rPr lang="nl-NL" dirty="0" err="1"/>
              <a:t>quam</a:t>
            </a:r>
            <a:r>
              <a:rPr lang="nl-NL" dirty="0"/>
              <a:t> </a:t>
            </a:r>
            <a:r>
              <a:rPr lang="nl-NL" dirty="0" err="1"/>
              <a:t>voluptat</a:t>
            </a:r>
            <a:r>
              <a:rPr lang="nl-NL" dirty="0"/>
              <a:t> ut </a:t>
            </a:r>
            <a:r>
              <a:rPr lang="nl-NL" dirty="0" err="1"/>
              <a:t>lanis</a:t>
            </a:r>
            <a:r>
              <a:rPr lang="nl-NL" dirty="0"/>
              <a:t> </a:t>
            </a:r>
            <a:r>
              <a:rPr lang="nl-NL" dirty="0" err="1"/>
              <a:t>nit</a:t>
            </a:r>
            <a:r>
              <a:rPr lang="nl-NL" dirty="0"/>
              <a:t>, </a:t>
            </a:r>
            <a:r>
              <a:rPr lang="nl-NL" dirty="0" err="1"/>
              <a:t>eium</a:t>
            </a:r>
            <a:r>
              <a:rPr lang="nl-NL" dirty="0"/>
              <a:t> </a:t>
            </a:r>
            <a:r>
              <a:rPr lang="nl-NL" dirty="0" err="1"/>
              <a:t>quidus</a:t>
            </a:r>
            <a:r>
              <a:rPr lang="nl-NL" dirty="0"/>
              <a:t>, </a:t>
            </a:r>
            <a:r>
              <a:rPr lang="nl-NL" dirty="0" err="1"/>
              <a:t>quas</a:t>
            </a:r>
            <a:r>
              <a:rPr lang="nl-NL" dirty="0"/>
              <a:t> </a:t>
            </a:r>
            <a:r>
              <a:rPr lang="nl-NL" dirty="0" err="1"/>
              <a:t>nobis</a:t>
            </a:r>
            <a:r>
              <a:rPr lang="nl-NL" dirty="0"/>
              <a:t> </a:t>
            </a:r>
            <a:r>
              <a:rPr lang="nl-NL" dirty="0" err="1"/>
              <a:t>inusam</a:t>
            </a:r>
            <a:r>
              <a:rPr lang="nl-NL" dirty="0"/>
              <a:t> </a:t>
            </a:r>
            <a:r>
              <a:rPr lang="nl-NL" dirty="0" err="1"/>
              <a:t>cuptate</a:t>
            </a:r>
            <a:r>
              <a:rPr lang="nl-NL" dirty="0"/>
              <a:t> </a:t>
            </a:r>
            <a:r>
              <a:rPr lang="nl-NL" dirty="0" err="1"/>
              <a:t>mper</a:t>
            </a:r>
            <a:r>
              <a:rPr lang="nl-NL" dirty="0"/>
              <a:t> </a:t>
            </a:r>
            <a:r>
              <a:rPr lang="nl-NL" dirty="0" err="1"/>
              <a:t>nobit</a:t>
            </a:r>
            <a:r>
              <a:rPr lang="nl-NL" dirty="0"/>
              <a:t> hit </a:t>
            </a:r>
            <a:r>
              <a:rPr lang="nl-NL" dirty="0" err="1"/>
              <a:t>eliquam</a:t>
            </a:r>
            <a:r>
              <a:rPr lang="nl-NL" dirty="0"/>
              <a:t> </a:t>
            </a:r>
            <a:r>
              <a:rPr lang="nl-NL" dirty="0" err="1"/>
              <a:t>cori</a:t>
            </a:r>
            <a:r>
              <a:rPr lang="nl-NL" dirty="0"/>
              <a:t> </a:t>
            </a:r>
            <a:r>
              <a:rPr lang="nl-NL" dirty="0" err="1"/>
              <a:t>voloreicid</a:t>
            </a:r>
            <a:r>
              <a:rPr lang="nl-NL" dirty="0"/>
              <a:t> </a:t>
            </a:r>
            <a:r>
              <a:rPr lang="nl-NL" dirty="0" err="1"/>
              <a:t>mil</a:t>
            </a:r>
            <a:r>
              <a:rPr lang="nl-NL" dirty="0"/>
              <a:t> </a:t>
            </a:r>
            <a:r>
              <a:rPr lang="nl-NL" dirty="0" err="1"/>
              <a:t>minihilis</a:t>
            </a:r>
            <a:r>
              <a:rPr lang="nl-NL" dirty="0"/>
              <a:t> </a:t>
            </a:r>
            <a:r>
              <a:rPr lang="nl-NL" dirty="0" err="1"/>
              <a:t>aut</a:t>
            </a:r>
            <a:r>
              <a:rPr lang="nl-NL" dirty="0"/>
              <a:t> </a:t>
            </a:r>
            <a:r>
              <a:rPr lang="nl-NL" dirty="0" err="1"/>
              <a:t>milit</a:t>
            </a:r>
            <a:r>
              <a:rPr lang="nl-NL" dirty="0"/>
              <a:t> es </a:t>
            </a:r>
            <a:r>
              <a:rPr lang="nl-NL" dirty="0" err="1"/>
              <a:t>sum</a:t>
            </a:r>
            <a:r>
              <a:rPr lang="nl-NL" dirty="0"/>
              <a:t> </a:t>
            </a:r>
            <a:r>
              <a:rPr lang="nl-NL" dirty="0" err="1"/>
              <a:t>eicatet</a:t>
            </a:r>
            <a:r>
              <a:rPr lang="nl-NL" dirty="0"/>
              <a:t> ad mi, </a:t>
            </a:r>
            <a:r>
              <a:rPr lang="nl-NL" dirty="0" err="1"/>
              <a:t>unt</a:t>
            </a:r>
            <a:r>
              <a:rPr lang="nl-NL" dirty="0"/>
              <a:t> </a:t>
            </a:r>
            <a:r>
              <a:rPr lang="nl-NL" dirty="0" err="1"/>
              <a:t>qui</a:t>
            </a:r>
            <a:r>
              <a:rPr lang="nl-NL" dirty="0"/>
              <a:t> </a:t>
            </a:r>
            <a:r>
              <a:rPr lang="nl-NL" dirty="0" err="1"/>
              <a:t>dionseq</a:t>
            </a:r>
            <a:r>
              <a:rPr lang="nl-NL" dirty="0"/>
              <a:t> </a:t>
            </a:r>
            <a:r>
              <a:rPr lang="nl-NL" dirty="0" err="1"/>
              <a:t>uatusae</a:t>
            </a:r>
            <a:r>
              <a:rPr lang="nl-NL" dirty="0"/>
              <a:t> </a:t>
            </a:r>
            <a:r>
              <a:rPr lang="nl-NL" dirty="0" err="1"/>
              <a:t>verferf</a:t>
            </a:r>
            <a:r>
              <a:rPr lang="nl-NL" dirty="0"/>
              <a:t> </a:t>
            </a:r>
            <a:r>
              <a:rPr lang="nl-NL" dirty="0" err="1"/>
              <a:t>erumquunt</a:t>
            </a:r>
            <a:r>
              <a:rPr lang="nl-NL" dirty="0"/>
              <a:t>. &lt; Max. 40 </a:t>
            </a:r>
            <a:r>
              <a:rPr lang="nl-NL" dirty="0" err="1"/>
              <a:t>words</a:t>
            </a:r>
            <a:r>
              <a:rPr lang="nl-NL" dirty="0"/>
              <a:t>&gt; </a:t>
            </a:r>
          </a:p>
        </p:txBody>
      </p:sp>
    </p:spTree>
    <p:extLst>
      <p:ext uri="{BB962C8B-B14F-4D97-AF65-F5344CB8AC3E}">
        <p14:creationId xmlns:p14="http://schemas.microsoft.com/office/powerpoint/2010/main" val="29755768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>
          <p15:clr>
            <a:srgbClr val="FBAE40"/>
          </p15:clr>
        </p15:guide>
        <p15:guide id="2" pos="212">
          <p15:clr>
            <a:srgbClr val="FBAE40"/>
          </p15:clr>
        </p15:guide>
        <p15:guide id="3" pos="7470">
          <p15:clr>
            <a:srgbClr val="FBAE40"/>
          </p15:clr>
        </p15:guide>
        <p15:guide id="4" orient="horz" pos="436">
          <p15:clr>
            <a:srgbClr val="FBAE40"/>
          </p15:clr>
        </p15:guide>
        <p15:guide id="5" orient="horz" pos="4088">
          <p15:clr>
            <a:srgbClr val="FBAE40"/>
          </p15:clr>
        </p15:guide>
        <p15:guide id="6" pos="5179">
          <p15:clr>
            <a:srgbClr val="FBAE40"/>
          </p15:clr>
        </p15:guide>
        <p15:guide id="7" pos="6222">
          <p15:clr>
            <a:srgbClr val="FBAE40"/>
          </p15:clr>
        </p15:guide>
        <p15:guide id="8" pos="6426">
          <p15:clr>
            <a:srgbClr val="FBAE40"/>
          </p15:clr>
        </p15:guide>
        <p15:guide id="9" pos="4975">
          <p15:clr>
            <a:srgbClr val="FBAE40"/>
          </p15:clr>
        </p15:guide>
        <p15:guide id="10" pos="3954">
          <p15:clr>
            <a:srgbClr val="FBAE40"/>
          </p15:clr>
        </p15:guide>
        <p15:guide id="11" pos="3728">
          <p15:clr>
            <a:srgbClr val="FBAE40"/>
          </p15:clr>
        </p15:guide>
        <p15:guide id="12" pos="2707">
          <p15:clr>
            <a:srgbClr val="FBAE40"/>
          </p15:clr>
        </p15:guide>
        <p15:guide id="13" pos="2503">
          <p15:clr>
            <a:srgbClr val="FBAE40"/>
          </p15:clr>
        </p15:guide>
        <p15:guide id="14" pos="1460">
          <p15:clr>
            <a:srgbClr val="FBAE40"/>
          </p15:clr>
        </p15:guide>
        <p15:guide id="15" pos="1256">
          <p15:clr>
            <a:srgbClr val="FBAE40"/>
          </p15:clr>
        </p15:guide>
        <p15:guide id="17" orient="horz" pos="2115">
          <p15:clr>
            <a:srgbClr val="FBAE40"/>
          </p15:clr>
        </p15:guide>
        <p15:guide id="18" orient="horz" pos="75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/ quo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el 1">
            <a:extLst>
              <a:ext uri="{FF2B5EF4-FFF2-40B4-BE49-F238E27FC236}">
                <a16:creationId xmlns:a16="http://schemas.microsoft.com/office/drawing/2014/main" id="{2133EB5A-69B9-1740-8101-0C004BB7DA6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3188" y="1180848"/>
            <a:ext cx="11371679" cy="4603578"/>
          </a:xfrm>
          <a:prstGeom prst="rect">
            <a:avLst/>
          </a:prstGeom>
        </p:spPr>
        <p:txBody>
          <a:bodyPr anchor="ctr" anchorCtr="0"/>
          <a:lstStyle>
            <a:lvl1pPr marL="0" marR="0" indent="0" algn="ctr" defTabSz="91412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99" b="0" i="1">
                <a:latin typeface="Merriweather Light" pitchFamily="2" charset="77"/>
              </a:defRPr>
            </a:lvl1pPr>
          </a:lstStyle>
          <a:p>
            <a:r>
              <a:rPr lang="en-GB" dirty="0"/>
              <a:t>Chapter title or Quote slide.</a:t>
            </a:r>
            <a:br>
              <a:rPr lang="en-GB" dirty="0"/>
            </a:br>
            <a:r>
              <a:rPr lang="en-GB" dirty="0"/>
              <a:t>(Leave Name </a:t>
            </a:r>
            <a:r>
              <a:rPr lang="en-GB" dirty="0" err="1"/>
              <a:t>Lastname</a:t>
            </a:r>
            <a:r>
              <a:rPr lang="en-GB" dirty="0"/>
              <a:t> and Job title</a:t>
            </a:r>
            <a:br>
              <a:rPr lang="en-GB" dirty="0"/>
            </a:br>
            <a:r>
              <a:rPr lang="en-GB" dirty="0"/>
              <a:t>empty in case of chapter slide.)</a:t>
            </a:r>
          </a:p>
        </p:txBody>
      </p:sp>
      <p:sp>
        <p:nvSpPr>
          <p:cNvPr id="33" name="Tijdelijke aanduiding voor tekst 32">
            <a:extLst>
              <a:ext uri="{FF2B5EF4-FFF2-40B4-BE49-F238E27FC236}">
                <a16:creationId xmlns:a16="http://schemas.microsoft.com/office/drawing/2014/main" id="{509A3404-C322-574D-996D-93CFC22960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77294" y="5792378"/>
            <a:ext cx="5037413" cy="217169"/>
          </a:xfrm>
          <a:prstGeom prst="rect">
            <a:avLst/>
          </a:prstGeom>
        </p:spPr>
        <p:txBody>
          <a:bodyPr/>
          <a:lstStyle>
            <a:lvl1pPr algn="ctr">
              <a:defRPr sz="1200" b="1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nl-NL" dirty="0"/>
              <a:t>Name </a:t>
            </a:r>
            <a:r>
              <a:rPr lang="nl-NL" dirty="0" err="1"/>
              <a:t>Lastname</a:t>
            </a:r>
            <a:endParaRPr lang="nl-NL" dirty="0"/>
          </a:p>
        </p:txBody>
      </p:sp>
      <p:sp>
        <p:nvSpPr>
          <p:cNvPr id="35" name="Tijdelijke aanduiding voor tekst 34">
            <a:extLst>
              <a:ext uri="{FF2B5EF4-FFF2-40B4-BE49-F238E27FC236}">
                <a16:creationId xmlns:a16="http://schemas.microsoft.com/office/drawing/2014/main" id="{D6F025CA-08AA-BB4D-A7AA-3CD26CC85FA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77294" y="6017497"/>
            <a:ext cx="5037413" cy="270592"/>
          </a:xfrm>
          <a:prstGeom prst="rect">
            <a:avLst/>
          </a:prstGeom>
        </p:spPr>
        <p:txBody>
          <a:bodyPr/>
          <a:lstStyle>
            <a:lvl1pPr algn="ctr">
              <a:defRPr sz="12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 dirty="0"/>
              <a:t>Job </a:t>
            </a:r>
            <a:r>
              <a:rPr lang="nl-NL" dirty="0" err="1"/>
              <a:t>title</a:t>
            </a:r>
            <a:endParaRPr lang="nl-NL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BA54B966-33EF-5C43-961A-88F7F36BAA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550" y="6001201"/>
            <a:ext cx="1727552" cy="67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1782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>
          <p15:clr>
            <a:srgbClr val="FBAE40"/>
          </p15:clr>
        </p15:guide>
        <p15:guide id="2" pos="212">
          <p15:clr>
            <a:srgbClr val="FBAE40"/>
          </p15:clr>
        </p15:guide>
        <p15:guide id="3" pos="7470">
          <p15:clr>
            <a:srgbClr val="FBAE40"/>
          </p15:clr>
        </p15:guide>
        <p15:guide id="4" orient="horz" pos="436">
          <p15:clr>
            <a:srgbClr val="FBAE40"/>
          </p15:clr>
        </p15:guide>
        <p15:guide id="5" orient="horz" pos="4088">
          <p15:clr>
            <a:srgbClr val="FBAE40"/>
          </p15:clr>
        </p15:guide>
        <p15:guide id="6" pos="5111">
          <p15:clr>
            <a:srgbClr val="FBAE40"/>
          </p15:clr>
        </p15:guide>
        <p15:guide id="7" pos="6200">
          <p15:clr>
            <a:srgbClr val="FBAE40"/>
          </p15:clr>
        </p15:guide>
        <p15:guide id="8" pos="6290">
          <p15:clr>
            <a:srgbClr val="FBAE40"/>
          </p15:clr>
        </p15:guide>
        <p15:guide id="9" pos="4998">
          <p15:clr>
            <a:srgbClr val="FBAE40"/>
          </p15:clr>
        </p15:guide>
        <p15:guide id="10" pos="3864">
          <p15:clr>
            <a:srgbClr val="FBAE40"/>
          </p15:clr>
        </p15:guide>
        <p15:guide id="11" pos="3773">
          <p15:clr>
            <a:srgbClr val="FBAE40"/>
          </p15:clr>
        </p15:guide>
        <p15:guide id="12" pos="2662">
          <p15:clr>
            <a:srgbClr val="FBAE40"/>
          </p15:clr>
        </p15:guide>
        <p15:guide id="13" pos="2571">
          <p15:clr>
            <a:srgbClr val="FBAE40"/>
          </p15:clr>
        </p15:guide>
        <p15:guide id="14" pos="1460">
          <p15:clr>
            <a:srgbClr val="FBAE40"/>
          </p15:clr>
        </p15:guide>
        <p15:guide id="15" pos="1346">
          <p15:clr>
            <a:srgbClr val="FBAE40"/>
          </p15:clr>
        </p15:guide>
        <p15:guide id="16" orient="horz" pos="754">
          <p15:clr>
            <a:srgbClr val="FBAE40"/>
          </p15:clr>
        </p15:guide>
        <p15:guide id="17" orient="horz" pos="2115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/ quote + image righ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el 1">
            <a:extLst>
              <a:ext uri="{FF2B5EF4-FFF2-40B4-BE49-F238E27FC236}">
                <a16:creationId xmlns:a16="http://schemas.microsoft.com/office/drawing/2014/main" id="{2133EB5A-69B9-1740-8101-0C004BB7DA6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8050" y="371475"/>
            <a:ext cx="5578609" cy="4320000"/>
          </a:xfrm>
          <a:prstGeom prst="rect">
            <a:avLst/>
          </a:prstGeom>
        </p:spPr>
        <p:txBody>
          <a:bodyPr anchor="t" anchorCtr="0"/>
          <a:lstStyle>
            <a:lvl1pPr marL="0" marR="0" indent="0" algn="l" defTabSz="91412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nl-NL" sz="4099" b="0" i="1" smtClean="0">
                <a:effectLst/>
                <a:latin typeface="Merriweather Light" pitchFamily="2" charset="77"/>
              </a:defRPr>
            </a:lvl1pPr>
          </a:lstStyle>
          <a:p>
            <a:r>
              <a:rPr lang="en-GB" dirty="0"/>
              <a:t>Chapter title or Quote slide. (Leave Name </a:t>
            </a:r>
            <a:r>
              <a:rPr lang="en-GB" dirty="0" err="1"/>
              <a:t>Lastname</a:t>
            </a:r>
            <a:r>
              <a:rPr lang="en-GB" dirty="0"/>
              <a:t> and Job title empty in case of chapter slide.)</a:t>
            </a:r>
          </a:p>
        </p:txBody>
      </p:sp>
      <p:sp>
        <p:nvSpPr>
          <p:cNvPr id="5" name="Tijdelijke aanduiding voor afbeelding 4">
            <a:extLst>
              <a:ext uri="{FF2B5EF4-FFF2-40B4-BE49-F238E27FC236}">
                <a16:creationId xmlns:a16="http://schemas.microsoft.com/office/drawing/2014/main" id="{6BA2A577-21F1-7046-AA42-DF49AEC8BCF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275341" y="368301"/>
            <a:ext cx="5580197" cy="6121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anchor="ctr" anchorCtr="0"/>
          <a:lstStyle>
            <a:lvl1pPr algn="ctr">
              <a:defRPr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 dirty="0"/>
              <a:t>Click icon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an</a:t>
            </a:r>
            <a:r>
              <a:rPr lang="nl-NL" dirty="0"/>
              <a:t> image</a:t>
            </a:r>
          </a:p>
        </p:txBody>
      </p:sp>
      <p:sp>
        <p:nvSpPr>
          <p:cNvPr id="6" name="Tijdelijke aanduiding voor tekst 32">
            <a:extLst>
              <a:ext uri="{FF2B5EF4-FFF2-40B4-BE49-F238E27FC236}">
                <a16:creationId xmlns:a16="http://schemas.microsoft.com/office/drawing/2014/main" id="{8A6E6E10-CABC-FF47-8209-224B9E9C5A8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8050" y="5499920"/>
            <a:ext cx="5578609" cy="217169"/>
          </a:xfrm>
          <a:prstGeom prst="rect">
            <a:avLst/>
          </a:prstGeom>
        </p:spPr>
        <p:txBody>
          <a:bodyPr/>
          <a:lstStyle>
            <a:lvl1pPr algn="l">
              <a:defRPr sz="1200" b="1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nl-NL" dirty="0"/>
              <a:t>Name </a:t>
            </a:r>
            <a:r>
              <a:rPr lang="nl-NL" dirty="0" err="1"/>
              <a:t>Lastname</a:t>
            </a:r>
            <a:endParaRPr lang="nl-NL" dirty="0"/>
          </a:p>
        </p:txBody>
      </p:sp>
      <p:sp>
        <p:nvSpPr>
          <p:cNvPr id="7" name="Tijdelijke aanduiding voor tekst 34">
            <a:extLst>
              <a:ext uri="{FF2B5EF4-FFF2-40B4-BE49-F238E27FC236}">
                <a16:creationId xmlns:a16="http://schemas.microsoft.com/office/drawing/2014/main" id="{79749A39-F36C-EA43-9B19-3B58CEBDFCD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8050" y="5717088"/>
            <a:ext cx="5578609" cy="270592"/>
          </a:xfrm>
          <a:prstGeom prst="rect">
            <a:avLst/>
          </a:prstGeom>
        </p:spPr>
        <p:txBody>
          <a:bodyPr/>
          <a:lstStyle>
            <a:lvl1pPr algn="l">
              <a:defRPr sz="12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 dirty="0"/>
              <a:t>Job </a:t>
            </a:r>
            <a:r>
              <a:rPr lang="nl-NL" dirty="0" err="1"/>
              <a:t>title</a:t>
            </a:r>
            <a:endParaRPr lang="nl-NL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D08FC8D2-49F9-4443-895C-08A3E052A2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550" y="6001201"/>
            <a:ext cx="1727552" cy="67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66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>
          <p15:clr>
            <a:srgbClr val="FBAE40"/>
          </p15:clr>
        </p15:guide>
        <p15:guide id="2" pos="212">
          <p15:clr>
            <a:srgbClr val="FBAE40"/>
          </p15:clr>
        </p15:guide>
        <p15:guide id="3" pos="7470">
          <p15:clr>
            <a:srgbClr val="FBAE40"/>
          </p15:clr>
        </p15:guide>
        <p15:guide id="4" orient="horz" pos="436">
          <p15:clr>
            <a:srgbClr val="FBAE40"/>
          </p15:clr>
        </p15:guide>
        <p15:guide id="5" orient="horz" pos="4088">
          <p15:clr>
            <a:srgbClr val="FBAE40"/>
          </p15:clr>
        </p15:guide>
        <p15:guide id="6" pos="5179">
          <p15:clr>
            <a:srgbClr val="FBAE40"/>
          </p15:clr>
        </p15:guide>
        <p15:guide id="7" pos="6222">
          <p15:clr>
            <a:srgbClr val="FBAE40"/>
          </p15:clr>
        </p15:guide>
        <p15:guide id="8" pos="6426">
          <p15:clr>
            <a:srgbClr val="FBAE40"/>
          </p15:clr>
        </p15:guide>
        <p15:guide id="9" pos="4975">
          <p15:clr>
            <a:srgbClr val="FBAE40"/>
          </p15:clr>
        </p15:guide>
        <p15:guide id="10" pos="3954">
          <p15:clr>
            <a:srgbClr val="FBAE40"/>
          </p15:clr>
        </p15:guide>
        <p15:guide id="11" pos="3728">
          <p15:clr>
            <a:srgbClr val="FBAE40"/>
          </p15:clr>
        </p15:guide>
        <p15:guide id="12" pos="2707">
          <p15:clr>
            <a:srgbClr val="FBAE40"/>
          </p15:clr>
        </p15:guide>
        <p15:guide id="13" pos="2503">
          <p15:clr>
            <a:srgbClr val="FBAE40"/>
          </p15:clr>
        </p15:guide>
        <p15:guide id="14" pos="1460">
          <p15:clr>
            <a:srgbClr val="FBAE40"/>
          </p15:clr>
        </p15:guide>
        <p15:guide id="15" pos="1256">
          <p15:clr>
            <a:srgbClr val="FBAE40"/>
          </p15:clr>
        </p15:guide>
        <p15:guide id="17" orient="horz" pos="2115">
          <p15:clr>
            <a:srgbClr val="FBAE40"/>
          </p15:clr>
        </p15:guide>
        <p15:guide id="18" orient="horz" pos="75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sclaimer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4282908C-B98B-6542-963B-D08F8A80CC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29004" y="2439285"/>
            <a:ext cx="6933992" cy="1979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3130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>
          <p15:clr>
            <a:srgbClr val="FBAE40"/>
          </p15:clr>
        </p15:guide>
        <p15:guide id="2" pos="212">
          <p15:clr>
            <a:srgbClr val="FBAE40"/>
          </p15:clr>
        </p15:guide>
        <p15:guide id="3" pos="7470">
          <p15:clr>
            <a:srgbClr val="FBAE40"/>
          </p15:clr>
        </p15:guide>
        <p15:guide id="4" orient="horz" pos="436">
          <p15:clr>
            <a:srgbClr val="FBAE40"/>
          </p15:clr>
        </p15:guide>
        <p15:guide id="5" orient="horz" pos="4088">
          <p15:clr>
            <a:srgbClr val="FBAE40"/>
          </p15:clr>
        </p15:guide>
        <p15:guide id="7" pos="6200">
          <p15:clr>
            <a:srgbClr val="FBAE40"/>
          </p15:clr>
        </p15:guide>
        <p15:guide id="8" pos="6290">
          <p15:clr>
            <a:srgbClr val="FBAE40"/>
          </p15:clr>
        </p15:guide>
        <p15:guide id="10" pos="3864">
          <p15:clr>
            <a:srgbClr val="FBAE40"/>
          </p15:clr>
        </p15:guide>
        <p15:guide id="11" pos="3773">
          <p15:clr>
            <a:srgbClr val="FBAE40"/>
          </p15:clr>
        </p15:guide>
        <p15:guide id="12" pos="2662">
          <p15:clr>
            <a:srgbClr val="FBAE40"/>
          </p15:clr>
        </p15:guide>
        <p15:guide id="13" pos="2571">
          <p15:clr>
            <a:srgbClr val="FBAE40"/>
          </p15:clr>
        </p15:guide>
        <p15:guide id="14" pos="1460">
          <p15:clr>
            <a:srgbClr val="FBAE40"/>
          </p15:clr>
        </p15:guide>
        <p15:guide id="15" pos="1346">
          <p15:clr>
            <a:srgbClr val="FBAE40"/>
          </p15:clr>
        </p15:guide>
        <p15:guide id="16" orient="horz" pos="754">
          <p15:clr>
            <a:srgbClr val="FBAE40"/>
          </p15:clr>
        </p15:guide>
        <p15:guide id="17" orient="horz" pos="2115">
          <p15:clr>
            <a:srgbClr val="FBAE40"/>
          </p15:clr>
        </p15:guide>
        <p15:guide id="19" pos="5134">
          <p15:clr>
            <a:srgbClr val="FBAE40"/>
          </p15:clr>
        </p15:guide>
        <p15:guide id="20" pos="5043">
          <p15:clr>
            <a:srgbClr val="FBAE40"/>
          </p15:clr>
        </p15:guide>
        <p15:guide id="21" orient="horz" pos="377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sclaimer + partner logos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jdelijke aanduiding voor afbeelding 2">
            <a:extLst>
              <a:ext uri="{FF2B5EF4-FFF2-40B4-BE49-F238E27FC236}">
                <a16:creationId xmlns:a16="http://schemas.microsoft.com/office/drawing/2014/main" id="{6C9B2BAC-262E-CB42-9DC4-D4F88D7A343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2337212" y="4117424"/>
            <a:ext cx="2438257" cy="101267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b="0" i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 dirty="0" err="1"/>
              <a:t>Place</a:t>
            </a:r>
            <a:r>
              <a:rPr lang="nl-NL" dirty="0"/>
              <a:t> logo </a:t>
            </a:r>
            <a:r>
              <a:rPr lang="nl-NL" dirty="0" err="1"/>
              <a:t>here</a:t>
            </a:r>
            <a:endParaRPr lang="nl-NL" dirty="0"/>
          </a:p>
        </p:txBody>
      </p:sp>
      <p:sp>
        <p:nvSpPr>
          <p:cNvPr id="32" name="Tijdelijke aanduiding voor afbeelding 2">
            <a:extLst>
              <a:ext uri="{FF2B5EF4-FFF2-40B4-BE49-F238E27FC236}">
                <a16:creationId xmlns:a16="http://schemas.microsoft.com/office/drawing/2014/main" id="{DD2B6CBF-EBBE-8E4D-AD2B-F1D1CF8BDCD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876090" y="4117424"/>
            <a:ext cx="2438257" cy="101267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b="0" i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 dirty="0" err="1"/>
              <a:t>Place</a:t>
            </a:r>
            <a:r>
              <a:rPr lang="nl-NL" dirty="0"/>
              <a:t> logo </a:t>
            </a:r>
            <a:r>
              <a:rPr lang="nl-NL" dirty="0" err="1"/>
              <a:t>here</a:t>
            </a:r>
            <a:endParaRPr lang="nl-NL" dirty="0"/>
          </a:p>
        </p:txBody>
      </p:sp>
      <p:sp>
        <p:nvSpPr>
          <p:cNvPr id="33" name="Tijdelijke aanduiding voor afbeelding 2">
            <a:extLst>
              <a:ext uri="{FF2B5EF4-FFF2-40B4-BE49-F238E27FC236}">
                <a16:creationId xmlns:a16="http://schemas.microsoft.com/office/drawing/2014/main" id="{65C6E2FD-71CC-CC4A-A318-3830215D486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7402623" y="4117424"/>
            <a:ext cx="2438257" cy="101267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b="0" i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 dirty="0" err="1"/>
              <a:t>Place</a:t>
            </a:r>
            <a:r>
              <a:rPr lang="nl-NL" dirty="0"/>
              <a:t> logo </a:t>
            </a:r>
            <a:r>
              <a:rPr lang="nl-NL" dirty="0" err="1"/>
              <a:t>here</a:t>
            </a:r>
            <a:endParaRPr lang="nl-NL" dirty="0"/>
          </a:p>
        </p:txBody>
      </p:sp>
      <p:sp>
        <p:nvSpPr>
          <p:cNvPr id="34" name="Tijdelijke aanduiding voor tekst 34">
            <a:extLst>
              <a:ext uri="{FF2B5EF4-FFF2-40B4-BE49-F238E27FC236}">
                <a16:creationId xmlns:a16="http://schemas.microsoft.com/office/drawing/2014/main" id="{6A0F4D5D-2BC8-D946-A31E-05AF1A3A836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316916" y="3740461"/>
            <a:ext cx="7558168" cy="270592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200" b="0" i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GB" noProof="0" dirty="0"/>
              <a:t>Partners</a:t>
            </a:r>
          </a:p>
        </p:txBody>
      </p:sp>
      <p:sp>
        <p:nvSpPr>
          <p:cNvPr id="35" name="Tijdelijke aanduiding voor afbeelding 2">
            <a:extLst>
              <a:ext uri="{FF2B5EF4-FFF2-40B4-BE49-F238E27FC236}">
                <a16:creationId xmlns:a16="http://schemas.microsoft.com/office/drawing/2014/main" id="{93547CC4-5A73-C347-93A5-A80AEAC9D5E1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347996" y="5244037"/>
            <a:ext cx="2438257" cy="101267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b="0" i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 dirty="0" err="1"/>
              <a:t>Place</a:t>
            </a:r>
            <a:r>
              <a:rPr lang="nl-NL" dirty="0"/>
              <a:t> logo </a:t>
            </a:r>
            <a:r>
              <a:rPr lang="nl-NL" dirty="0" err="1"/>
              <a:t>here</a:t>
            </a:r>
            <a:endParaRPr lang="nl-NL" dirty="0"/>
          </a:p>
        </p:txBody>
      </p:sp>
      <p:sp>
        <p:nvSpPr>
          <p:cNvPr id="36" name="Tijdelijke aanduiding voor afbeelding 2">
            <a:extLst>
              <a:ext uri="{FF2B5EF4-FFF2-40B4-BE49-F238E27FC236}">
                <a16:creationId xmlns:a16="http://schemas.microsoft.com/office/drawing/2014/main" id="{4CB8682C-D90B-C749-BABF-D3B17E3AB73B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876090" y="5244037"/>
            <a:ext cx="2438257" cy="101267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b="0" i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 dirty="0" err="1"/>
              <a:t>Place</a:t>
            </a:r>
            <a:r>
              <a:rPr lang="nl-NL" dirty="0"/>
              <a:t> logo </a:t>
            </a:r>
            <a:r>
              <a:rPr lang="nl-NL" dirty="0" err="1"/>
              <a:t>here</a:t>
            </a:r>
            <a:endParaRPr lang="nl-NL" dirty="0"/>
          </a:p>
        </p:txBody>
      </p:sp>
      <p:sp>
        <p:nvSpPr>
          <p:cNvPr id="37" name="Tijdelijke aanduiding voor afbeelding 2">
            <a:extLst>
              <a:ext uri="{FF2B5EF4-FFF2-40B4-BE49-F238E27FC236}">
                <a16:creationId xmlns:a16="http://schemas.microsoft.com/office/drawing/2014/main" id="{FBAB247E-5B35-B145-A2E9-4160FFD63172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404185" y="5244037"/>
            <a:ext cx="2438257" cy="101267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b="0" i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 dirty="0" err="1"/>
              <a:t>Place</a:t>
            </a:r>
            <a:r>
              <a:rPr lang="nl-NL" dirty="0"/>
              <a:t> logo </a:t>
            </a:r>
            <a:r>
              <a:rPr lang="nl-NL" dirty="0" err="1"/>
              <a:t>here</a:t>
            </a:r>
            <a:endParaRPr lang="nl-NL" dirty="0"/>
          </a:p>
        </p:txBody>
      </p:sp>
      <p:cxnSp>
        <p:nvCxnSpPr>
          <p:cNvPr id="38" name="Rechte verbindingslijn 37">
            <a:extLst>
              <a:ext uri="{FF2B5EF4-FFF2-40B4-BE49-F238E27FC236}">
                <a16:creationId xmlns:a16="http://schemas.microsoft.com/office/drawing/2014/main" id="{62F45F0C-2C28-2A42-8FC8-80EAEC1E620E}"/>
              </a:ext>
            </a:extLst>
          </p:cNvPr>
          <p:cNvCxnSpPr>
            <a:cxnSpLocks/>
          </p:cNvCxnSpPr>
          <p:nvPr userDrawn="1"/>
        </p:nvCxnSpPr>
        <p:spPr>
          <a:xfrm>
            <a:off x="2316916" y="4011053"/>
            <a:ext cx="755816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Afbeelding 38">
            <a:extLst>
              <a:ext uri="{FF2B5EF4-FFF2-40B4-BE49-F238E27FC236}">
                <a16:creationId xmlns:a16="http://schemas.microsoft.com/office/drawing/2014/main" id="{5F5BDC55-C3B7-D14A-AF10-AE3DFBFB1E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70985" y="1816100"/>
            <a:ext cx="5650029" cy="161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5350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>
          <p15:clr>
            <a:srgbClr val="FBAE40"/>
          </p15:clr>
        </p15:guide>
        <p15:guide id="2" pos="212">
          <p15:clr>
            <a:srgbClr val="FBAE40"/>
          </p15:clr>
        </p15:guide>
        <p15:guide id="3" pos="7470">
          <p15:clr>
            <a:srgbClr val="FBAE40"/>
          </p15:clr>
        </p15:guide>
        <p15:guide id="4" orient="horz" pos="436">
          <p15:clr>
            <a:srgbClr val="FBAE40"/>
          </p15:clr>
        </p15:guide>
        <p15:guide id="5" orient="horz" pos="4088">
          <p15:clr>
            <a:srgbClr val="FBAE40"/>
          </p15:clr>
        </p15:guide>
        <p15:guide id="7" pos="6200">
          <p15:clr>
            <a:srgbClr val="FBAE40"/>
          </p15:clr>
        </p15:guide>
        <p15:guide id="8" pos="6290">
          <p15:clr>
            <a:srgbClr val="FBAE40"/>
          </p15:clr>
        </p15:guide>
        <p15:guide id="10" pos="3864">
          <p15:clr>
            <a:srgbClr val="FBAE40"/>
          </p15:clr>
        </p15:guide>
        <p15:guide id="11" pos="3773">
          <p15:clr>
            <a:srgbClr val="FBAE40"/>
          </p15:clr>
        </p15:guide>
        <p15:guide id="12" pos="2662">
          <p15:clr>
            <a:srgbClr val="FBAE40"/>
          </p15:clr>
        </p15:guide>
        <p15:guide id="13" pos="2571">
          <p15:clr>
            <a:srgbClr val="FBAE40"/>
          </p15:clr>
        </p15:guide>
        <p15:guide id="14" pos="1460">
          <p15:clr>
            <a:srgbClr val="FBAE40"/>
          </p15:clr>
        </p15:guide>
        <p15:guide id="15" pos="1346">
          <p15:clr>
            <a:srgbClr val="FBAE40"/>
          </p15:clr>
        </p15:guide>
        <p15:guide id="16" orient="horz" pos="754">
          <p15:clr>
            <a:srgbClr val="FBAE40"/>
          </p15:clr>
        </p15:guide>
        <p15:guide id="17" orient="horz" pos="2115">
          <p15:clr>
            <a:srgbClr val="FBAE40"/>
          </p15:clr>
        </p15:guide>
        <p15:guide id="19" pos="5134">
          <p15:clr>
            <a:srgbClr val="FBAE40"/>
          </p15:clr>
        </p15:guide>
        <p15:guide id="20" pos="5043">
          <p15:clr>
            <a:srgbClr val="FBAE40"/>
          </p15:clr>
        </p15:guide>
        <p15:guide id="21" orient="horz" pos="377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eeg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DA4BDBF9-888E-ED47-97BB-AD032B1D502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550" y="6001201"/>
            <a:ext cx="1727552" cy="67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2574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>
          <p15:clr>
            <a:srgbClr val="FBAE40"/>
          </p15:clr>
        </p15:guide>
        <p15:guide id="2" pos="212">
          <p15:clr>
            <a:srgbClr val="FBAE40"/>
          </p15:clr>
        </p15:guide>
        <p15:guide id="3" pos="7470">
          <p15:clr>
            <a:srgbClr val="FBAE40"/>
          </p15:clr>
        </p15:guide>
        <p15:guide id="4" orient="horz" pos="436">
          <p15:clr>
            <a:srgbClr val="FBAE40"/>
          </p15:clr>
        </p15:guide>
        <p15:guide id="5" orient="horz" pos="4088">
          <p15:clr>
            <a:srgbClr val="FBAE40"/>
          </p15:clr>
        </p15:guide>
        <p15:guide id="6" pos="5134">
          <p15:clr>
            <a:srgbClr val="FBAE40"/>
          </p15:clr>
        </p15:guide>
        <p15:guide id="7" pos="6200">
          <p15:clr>
            <a:srgbClr val="FBAE40"/>
          </p15:clr>
        </p15:guide>
        <p15:guide id="8" pos="6290">
          <p15:clr>
            <a:srgbClr val="FBAE40"/>
          </p15:clr>
        </p15:guide>
        <p15:guide id="9" pos="5043">
          <p15:clr>
            <a:srgbClr val="FBAE40"/>
          </p15:clr>
        </p15:guide>
        <p15:guide id="10" pos="3864">
          <p15:clr>
            <a:srgbClr val="FBAE40"/>
          </p15:clr>
        </p15:guide>
        <p15:guide id="11" pos="3773">
          <p15:clr>
            <a:srgbClr val="FBAE40"/>
          </p15:clr>
        </p15:guide>
        <p15:guide id="12" pos="2662">
          <p15:clr>
            <a:srgbClr val="FBAE40"/>
          </p15:clr>
        </p15:guide>
        <p15:guide id="13" pos="2571">
          <p15:clr>
            <a:srgbClr val="FBAE40"/>
          </p15:clr>
        </p15:guide>
        <p15:guide id="14" pos="1460">
          <p15:clr>
            <a:srgbClr val="FBAE40"/>
          </p15:clr>
        </p15:guide>
        <p15:guide id="15" pos="1346">
          <p15:clr>
            <a:srgbClr val="FBAE40"/>
          </p15:clr>
        </p15:guide>
        <p15:guide id="16" orient="horz" pos="754">
          <p15:clr>
            <a:srgbClr val="FBAE40"/>
          </p15:clr>
        </p15:guide>
        <p15:guide id="17" orient="horz" pos="2115">
          <p15:clr>
            <a:srgbClr val="FBAE40"/>
          </p15:clr>
        </p15:guide>
        <p15:guide id="18" orient="horz" pos="377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Leeg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617F5A37-71A6-7648-B86D-E370B5FDC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1019" y="6153579"/>
            <a:ext cx="636561" cy="3744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1200" b="0" i="0">
                <a:latin typeface="Open Sans Light" panose="020B0306030504020204" pitchFamily="34" charset="0"/>
                <a:ea typeface="Open Sans" panose="020B0606030504020204" pitchFamily="34" charset="0"/>
                <a:cs typeface="Open Sans Light" panose="020B0306030504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7B21BF-F69C-4C4D-ACDF-4BB8E2687B11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0305099" y="6157899"/>
            <a:ext cx="835920" cy="37008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1200" b="0" i="0">
                <a:latin typeface="Open Sans Light" panose="020B0306030504020204" pitchFamily="34" charset="0"/>
                <a:ea typeface="Open Sans" panose="020B06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/>
              <a:t>07-01-2026</a:t>
            </a:r>
            <a:endParaRPr lang="en-US" dirty="0"/>
          </a:p>
        </p:txBody>
      </p:sp>
      <p:sp>
        <p:nvSpPr>
          <p:cNvPr id="5" name="Tijdelijke aanduiding voor tekst 8">
            <a:extLst>
              <a:ext uri="{FF2B5EF4-FFF2-40B4-BE49-F238E27FC236}">
                <a16:creationId xmlns:a16="http://schemas.microsoft.com/office/drawing/2014/main" id="{A18FAC1D-9965-894F-8716-F9CAA0463DC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83664" y="6155901"/>
            <a:ext cx="5903475" cy="399492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lang="nl-NL" sz="12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 algn="r"/>
            <a:r>
              <a:rPr lang="nl-NL" dirty="0" err="1"/>
              <a:t>This</a:t>
            </a:r>
            <a:r>
              <a:rPr lang="nl-NL" dirty="0"/>
              <a:t> is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footer</a:t>
            </a:r>
            <a:endParaRPr lang="nl-NL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66053525-AE08-3142-BCA6-5105127992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550" y="6001201"/>
            <a:ext cx="1727552" cy="67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4798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>
          <p15:clr>
            <a:srgbClr val="FBAE40"/>
          </p15:clr>
        </p15:guide>
        <p15:guide id="2" pos="212">
          <p15:clr>
            <a:srgbClr val="FBAE40"/>
          </p15:clr>
        </p15:guide>
        <p15:guide id="3" pos="7470">
          <p15:clr>
            <a:srgbClr val="FBAE40"/>
          </p15:clr>
        </p15:guide>
        <p15:guide id="4" orient="horz" pos="436">
          <p15:clr>
            <a:srgbClr val="FBAE40"/>
          </p15:clr>
        </p15:guide>
        <p15:guide id="5" orient="horz" pos="4088">
          <p15:clr>
            <a:srgbClr val="FBAE40"/>
          </p15:clr>
        </p15:guide>
        <p15:guide id="6" pos="5134">
          <p15:clr>
            <a:srgbClr val="FBAE40"/>
          </p15:clr>
        </p15:guide>
        <p15:guide id="7" pos="6200">
          <p15:clr>
            <a:srgbClr val="FBAE40"/>
          </p15:clr>
        </p15:guide>
        <p15:guide id="8" pos="6290">
          <p15:clr>
            <a:srgbClr val="FBAE40"/>
          </p15:clr>
        </p15:guide>
        <p15:guide id="9" pos="5043">
          <p15:clr>
            <a:srgbClr val="FBAE40"/>
          </p15:clr>
        </p15:guide>
        <p15:guide id="10" pos="3864">
          <p15:clr>
            <a:srgbClr val="FBAE40"/>
          </p15:clr>
        </p15:guide>
        <p15:guide id="11" pos="3773">
          <p15:clr>
            <a:srgbClr val="FBAE40"/>
          </p15:clr>
        </p15:guide>
        <p15:guide id="12" pos="2662">
          <p15:clr>
            <a:srgbClr val="FBAE40"/>
          </p15:clr>
        </p15:guide>
        <p15:guide id="13" pos="2571">
          <p15:clr>
            <a:srgbClr val="FBAE40"/>
          </p15:clr>
        </p15:guide>
        <p15:guide id="14" pos="1460">
          <p15:clr>
            <a:srgbClr val="FBAE40"/>
          </p15:clr>
        </p15:guide>
        <p15:guide id="15" pos="1346">
          <p15:clr>
            <a:srgbClr val="FBAE40"/>
          </p15:clr>
        </p15:guide>
        <p15:guide id="16" orient="horz" pos="754">
          <p15:clr>
            <a:srgbClr val="FBAE40"/>
          </p15:clr>
        </p15:guide>
        <p15:guide id="17" orient="horz" pos="2115">
          <p15:clr>
            <a:srgbClr val="FBAE40"/>
          </p15:clr>
        </p15:guide>
        <p15:guide id="18" orient="horz" pos="377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7182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hdr="0" ftr="0" dt="0"/>
  <p:txStyles>
    <p:titleStyle>
      <a:lvl1pPr algn="l" defTabSz="914126" rtl="0" eaLnBrk="1" latinLnBrk="0" hangingPunct="1">
        <a:spcBef>
          <a:spcPct val="0"/>
        </a:spcBef>
        <a:buNone/>
        <a:defRPr sz="2099" b="0" i="0" kern="1200">
          <a:solidFill>
            <a:schemeClr val="tx1"/>
          </a:solidFill>
          <a:latin typeface="Merriweather Regular" panose="02060503050406030704" pitchFamily="18" charset="77"/>
          <a:ea typeface="+mj-ea"/>
          <a:cs typeface="+mj-cs"/>
        </a:defRPr>
      </a:lvl1pPr>
    </p:titleStyle>
    <p:bodyStyle>
      <a:lvl1pPr marL="0" indent="0" algn="l" defTabSz="914126" rtl="0" eaLnBrk="1" latinLnBrk="0" hangingPunct="1">
        <a:lnSpc>
          <a:spcPct val="110000"/>
        </a:lnSpc>
        <a:spcBef>
          <a:spcPts val="0"/>
        </a:spcBef>
        <a:buFont typeface="Arial" pitchFamily="34" charset="0"/>
        <a:buNone/>
        <a:defRPr sz="1600" b="0" i="0" kern="1200" baseline="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0" indent="0" algn="l" defTabSz="914126" rtl="0" eaLnBrk="1" latinLnBrk="0" hangingPunct="1">
        <a:lnSpc>
          <a:spcPct val="110000"/>
        </a:lnSpc>
        <a:spcBef>
          <a:spcPts val="0"/>
        </a:spcBef>
        <a:buFont typeface="Arial" pitchFamily="34" charset="0"/>
        <a:buNone/>
        <a:defRPr sz="1600" b="1" i="0" kern="1200" baseline="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269919" indent="-269919" algn="l" defTabSz="914126" rtl="0" eaLnBrk="1" latinLnBrk="0" hangingPunct="1">
        <a:lnSpc>
          <a:spcPct val="110000"/>
        </a:lnSpc>
        <a:spcBef>
          <a:spcPts val="2099"/>
        </a:spcBef>
        <a:buFont typeface="Verdana" pitchFamily="34" charset="0"/>
        <a:buChar char="•"/>
        <a:defRPr sz="1600" b="0" i="0" kern="1200" baseline="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269919" indent="-269919" algn="l" defTabSz="914126" rtl="0" eaLnBrk="1" latinLnBrk="0" hangingPunct="1">
        <a:lnSpc>
          <a:spcPct val="110000"/>
        </a:lnSpc>
        <a:spcBef>
          <a:spcPts val="2099"/>
        </a:spcBef>
        <a:buFont typeface="Verdana" pitchFamily="34" charset="0"/>
        <a:buChar char="•"/>
        <a:defRPr sz="1600" b="0" i="0" kern="1200" baseline="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809757" indent="-269919" algn="l" defTabSz="914126" rtl="0" eaLnBrk="1" latinLnBrk="0" hangingPunct="1">
        <a:lnSpc>
          <a:spcPct val="110000"/>
        </a:lnSpc>
        <a:spcBef>
          <a:spcPts val="0"/>
        </a:spcBef>
        <a:buFont typeface="Verdana" pitchFamily="34" charset="0"/>
        <a:buChar char="–"/>
        <a:defRPr sz="1600" b="0" i="0" kern="1200" baseline="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3846" indent="-228531" algn="l" defTabSz="914126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DC2DE01-7D0F-7B47-8160-8B9C9A0E9B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94DB64B3-E50D-4E48-8A2B-AEF05305381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noProof="0" dirty="0"/>
              <a:t>Nikki </a:t>
            </a:r>
            <a:r>
              <a:rPr lang="en-GB" noProof="0" dirty="0" err="1"/>
              <a:t>Fredriksz</a:t>
            </a:r>
            <a:r>
              <a:rPr lang="en-GB" noProof="0" dirty="0"/>
              <a:t>, Olaf Kooijman</a:t>
            </a:r>
            <a:r>
              <a:rPr lang="en-GB" dirty="0"/>
              <a:t>, Coen ten </a:t>
            </a:r>
            <a:r>
              <a:rPr lang="en-GB" dirty="0" err="1"/>
              <a:t>Oever</a:t>
            </a:r>
            <a:endParaRPr lang="en-GB" noProof="0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43EFAD46-0C01-8744-B2A5-529A1B461EC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3DC10616-FA6C-AB4C-8F84-7696C7142C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noProof="0" dirty="0"/>
              <a:t>Solving the three-body problem: Machine learning for classification of the three-body problem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61C7FE-F72F-8CDF-0880-A6B228A65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28-01-2026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8348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A61C2AB1-3791-0070-14B4-03F415CE11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889" y="105594"/>
            <a:ext cx="7557707" cy="1253617"/>
          </a:xfrm>
        </p:spPr>
        <p:txBody>
          <a:bodyPr/>
          <a:lstStyle/>
          <a:p>
            <a:r>
              <a:rPr lang="en-US" sz="3200" dirty="0"/>
              <a:t>Introduction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0A235FA0-4CC0-730A-BB62-6712E6D7F0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8987" y="1707342"/>
            <a:ext cx="7557707" cy="399241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238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3486F-D5D7-1228-3D29-5620BDE12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993BCA64-9BEA-7234-2329-2639FEC075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889" y="105594"/>
            <a:ext cx="7557707" cy="1253617"/>
          </a:xfrm>
        </p:spPr>
        <p:txBody>
          <a:bodyPr/>
          <a:lstStyle/>
          <a:p>
            <a:r>
              <a:rPr lang="en-US" sz="3200" dirty="0"/>
              <a:t>Physics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EC7A8611-8509-7ADE-C25D-A33AE2F3CF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8987" y="1707342"/>
            <a:ext cx="7557707" cy="399241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610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14C2C-5F9A-6565-6F34-17D6E5272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3C6DF655-D726-AC10-0F54-F6C21BEC98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889" y="105594"/>
            <a:ext cx="7557707" cy="1253617"/>
          </a:xfrm>
        </p:spPr>
        <p:txBody>
          <a:bodyPr/>
          <a:lstStyle/>
          <a:p>
            <a:r>
              <a:rPr lang="en-US" sz="3200" dirty="0"/>
              <a:t>Data analysis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D6441599-B43C-EB63-FC7E-673FF489E4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8987" y="1707342"/>
            <a:ext cx="7557707" cy="399241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07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C1B26-89CE-699A-DD70-88C34C2EF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7B857FE1-2601-2CEC-2BD2-7625297565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889" y="105594"/>
            <a:ext cx="7557707" cy="1253617"/>
          </a:xfrm>
        </p:spPr>
        <p:txBody>
          <a:bodyPr/>
          <a:lstStyle/>
          <a:p>
            <a:r>
              <a:rPr lang="en-US" sz="3200" dirty="0"/>
              <a:t>Model choice and </a:t>
            </a:r>
            <a:r>
              <a:rPr lang="en-US" sz="3200" dirty="0" err="1"/>
              <a:t>optimisation</a:t>
            </a:r>
            <a:endParaRPr lang="en-US" sz="3200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9565E3F1-9B07-567B-F62B-D2E81E49FF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8987" y="1707342"/>
            <a:ext cx="7557707" cy="399241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3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18CA2-5D68-C3F9-BD8E-0B4B808D4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E912E60C-AA79-825B-EB62-8BD285EDED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889" y="105594"/>
            <a:ext cx="7557707" cy="1253617"/>
          </a:xfrm>
        </p:spPr>
        <p:txBody>
          <a:bodyPr/>
          <a:lstStyle/>
          <a:p>
            <a:r>
              <a:rPr lang="en-US" sz="3200" dirty="0"/>
              <a:t>Splitting the data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02459140-096F-17E4-4D1C-158A41CC6C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8987" y="1707342"/>
            <a:ext cx="7557707" cy="399241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920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35042-052B-BF26-CC3A-CBF91516E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3520443A-FD9A-C7A1-EA8E-7498F2393A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889" y="105594"/>
            <a:ext cx="7557707" cy="1253617"/>
          </a:xfrm>
        </p:spPr>
        <p:txBody>
          <a:bodyPr/>
          <a:lstStyle/>
          <a:p>
            <a:r>
              <a:rPr lang="en-US" sz="3200" dirty="0"/>
              <a:t>Classification of the other classes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9A0482F-6C48-8C99-DD2F-FAA4DC5788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8987" y="1707342"/>
            <a:ext cx="7557707" cy="399241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559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78BB8-7A89-843D-07FB-29C765A42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26BD4129-2986-B362-B60A-A2B6E7B0D8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889" y="105594"/>
            <a:ext cx="7557707" cy="1253617"/>
          </a:xfrm>
        </p:spPr>
        <p:txBody>
          <a:bodyPr/>
          <a:lstStyle/>
          <a:p>
            <a:r>
              <a:rPr lang="en-US" sz="3200" dirty="0"/>
              <a:t>Splitting vs direct prediction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49841C6-F036-3CFF-E607-8157C5698A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8987" y="1707342"/>
            <a:ext cx="7557707" cy="399241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936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610C8-50A9-1994-B3D6-9D4E93067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E49DB1A5-EC94-6709-C233-AECA756C0D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889" y="105594"/>
            <a:ext cx="7557707" cy="1253617"/>
          </a:xfrm>
        </p:spPr>
        <p:txBody>
          <a:bodyPr/>
          <a:lstStyle/>
          <a:p>
            <a:r>
              <a:rPr lang="en-US" sz="3200" dirty="0"/>
              <a:t>Splitting vs direct prediction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BCEB918-6423-2692-324E-EE7CFF628C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8987" y="1707342"/>
            <a:ext cx="7557707" cy="399241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51289"/>
      </p:ext>
    </p:extLst>
  </p:cSld>
  <p:clrMapOvr>
    <a:masterClrMapping/>
  </p:clrMapOvr>
</p:sld>
</file>

<file path=ppt/theme/theme1.xml><?xml version="1.0" encoding="utf-8"?>
<a:theme xmlns:a="http://schemas.openxmlformats.org/drawingml/2006/main" name="Utrecht University">
  <a:themeElements>
    <a:clrScheme name="Utrecht University">
      <a:dk1>
        <a:srgbClr val="000000"/>
      </a:dk1>
      <a:lt1>
        <a:srgbClr val="FFFFFF"/>
      </a:lt1>
      <a:dk2>
        <a:srgbClr val="C00935"/>
      </a:dk2>
      <a:lt2>
        <a:srgbClr val="D9D9D9"/>
      </a:lt2>
      <a:accent1>
        <a:srgbClr val="FFCD00"/>
      </a:accent1>
      <a:accent2>
        <a:srgbClr val="DD9562"/>
      </a:accent2>
      <a:accent3>
        <a:srgbClr val="911D56"/>
      </a:accent3>
      <a:accent4>
        <a:srgbClr val="63A593"/>
      </a:accent4>
      <a:accent5>
        <a:srgbClr val="161D41"/>
      </a:accent5>
      <a:accent6>
        <a:srgbClr val="6686C3"/>
      </a:accent6>
      <a:hlink>
        <a:srgbClr val="52287F"/>
      </a:hlink>
      <a:folHlink>
        <a:srgbClr val="623E2B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e10" id="{4C20E2D8-E22E-5D41-9F4B-B17EED1EC363}" vid="{E998B35D-E671-604B-BF15-C7F3A54E42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860</TotalTime>
  <Words>48</Words>
  <Application>Microsoft Office PowerPoint</Application>
  <PresentationFormat>Widescreen</PresentationFormat>
  <Paragraphs>12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Aptos</vt:lpstr>
      <vt:lpstr>Arial</vt:lpstr>
      <vt:lpstr>Merriweather Light</vt:lpstr>
      <vt:lpstr>Merriweather Regular</vt:lpstr>
      <vt:lpstr>Open Sans</vt:lpstr>
      <vt:lpstr>Open Sans Light</vt:lpstr>
      <vt:lpstr>Verdana</vt:lpstr>
      <vt:lpstr>Utrecht University</vt:lpstr>
      <vt:lpstr>Solving the three-body problem: Machine learning for classification of the three-body problem</vt:lpstr>
      <vt:lpstr>Introduction</vt:lpstr>
      <vt:lpstr>Physics</vt:lpstr>
      <vt:lpstr>Data analysis</vt:lpstr>
      <vt:lpstr>Model choice and optimisation</vt:lpstr>
      <vt:lpstr>Splitting the data</vt:lpstr>
      <vt:lpstr>Classification of the other classes</vt:lpstr>
      <vt:lpstr>Splitting vs direct prediction</vt:lpstr>
      <vt:lpstr>Splitting vs direct prediction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Kooijman, O.L. (Olaf)</dc:creator>
  <cp:lastModifiedBy>Kooijman, O.L. (Olaf)</cp:lastModifiedBy>
  <cp:revision>23</cp:revision>
  <dcterms:created xsi:type="dcterms:W3CDTF">2026-01-05T08:52:10Z</dcterms:created>
  <dcterms:modified xsi:type="dcterms:W3CDTF">2026-01-21T13:30:55Z</dcterms:modified>
</cp:coreProperties>
</file>